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8" r:id="rId2"/>
    <p:sldId id="266" r:id="rId3"/>
    <p:sldId id="257" r:id="rId4"/>
    <p:sldId id="259" r:id="rId5"/>
    <p:sldId id="261" r:id="rId6"/>
    <p:sldId id="262" r:id="rId7"/>
    <p:sldId id="263" r:id="rId8"/>
    <p:sldId id="264" r:id="rId9"/>
    <p:sldId id="265" r:id="rId10"/>
    <p:sldId id="268" r:id="rId11"/>
    <p:sldId id="270" r:id="rId12"/>
    <p:sldId id="271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40EB90-D1FC-447D-3FF2-7E0143BA534A}" v="18" dt="2025-10-09T11:17:37.216"/>
    <p1510:client id="{62C276E5-D98B-5B01-1E10-9569FCC8B718}" v="85" dt="2025-10-09T11:17:14.6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694"/>
  </p:normalViewPr>
  <p:slideViewPr>
    <p:cSldViewPr snapToGrid="0">
      <p:cViewPr varScale="1">
        <p:scale>
          <a:sx n="121" d="100"/>
          <a:sy n="121" d="100"/>
        </p:scale>
        <p:origin x="2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1DAA91-DC85-4780-A05B-DACC71DD7BC8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1CD9633-E991-42C5-A7D0-EF572A1C7FA1}">
      <dgm:prSet/>
      <dgm:spPr/>
      <dgm:t>
        <a:bodyPr/>
        <a:lstStyle/>
        <a:p>
          <a:r>
            <a:rPr lang="hu-HU" b="1" i="0" baseline="0"/>
            <a:t>Mi az a GIT?</a:t>
          </a:r>
          <a:endParaRPr lang="en-US"/>
        </a:p>
      </dgm:t>
    </dgm:pt>
    <dgm:pt modelId="{C4E0B1E0-85CE-497E-B662-95F15134C43C}" type="parTrans" cxnId="{BB800517-7761-42D6-805B-B150A57CB352}">
      <dgm:prSet/>
      <dgm:spPr/>
      <dgm:t>
        <a:bodyPr/>
        <a:lstStyle/>
        <a:p>
          <a:endParaRPr lang="en-US"/>
        </a:p>
      </dgm:t>
    </dgm:pt>
    <dgm:pt modelId="{A674427E-5139-4ED3-8AA6-E596ABF1854D}" type="sibTrans" cxnId="{BB800517-7761-42D6-805B-B150A57CB352}">
      <dgm:prSet/>
      <dgm:spPr/>
      <dgm:t>
        <a:bodyPr/>
        <a:lstStyle/>
        <a:p>
          <a:endParaRPr lang="en-US"/>
        </a:p>
      </dgm:t>
    </dgm:pt>
    <dgm:pt modelId="{FA7D70AA-B454-41CC-A9EB-5F0B993675BE}">
      <dgm:prSet/>
      <dgm:spPr/>
      <dgm:t>
        <a:bodyPr/>
        <a:lstStyle/>
        <a:p>
          <a:r>
            <a:rPr lang="hu-HU" b="0" i="0" baseline="0"/>
            <a:t>Nyílt forráskódú, elosztott verziókezelő rendszer</a:t>
          </a:r>
          <a:endParaRPr lang="en-US"/>
        </a:p>
      </dgm:t>
    </dgm:pt>
    <dgm:pt modelId="{13690B66-A975-4402-80D8-9D3A5388BE8B}" type="parTrans" cxnId="{8D2CF95B-AD5C-4474-BA04-710895808D58}">
      <dgm:prSet/>
      <dgm:spPr/>
      <dgm:t>
        <a:bodyPr/>
        <a:lstStyle/>
        <a:p>
          <a:endParaRPr lang="en-US"/>
        </a:p>
      </dgm:t>
    </dgm:pt>
    <dgm:pt modelId="{E5DF47D3-6A0F-41C1-B4AD-71911900CE54}" type="sibTrans" cxnId="{8D2CF95B-AD5C-4474-BA04-710895808D58}">
      <dgm:prSet/>
      <dgm:spPr/>
      <dgm:t>
        <a:bodyPr/>
        <a:lstStyle/>
        <a:p>
          <a:endParaRPr lang="en-US"/>
        </a:p>
      </dgm:t>
    </dgm:pt>
    <dgm:pt modelId="{0D4BF675-6525-4B89-B4A6-2543D0B27822}">
      <dgm:prSet/>
      <dgm:spPr/>
      <dgm:t>
        <a:bodyPr/>
        <a:lstStyle/>
        <a:p>
          <a:r>
            <a:rPr lang="hu-HU" b="0" i="0" baseline="0"/>
            <a:t>Forráskód és konfigurációk változásainak nyomon követésére szolgál</a:t>
          </a:r>
          <a:endParaRPr lang="en-US"/>
        </a:p>
      </dgm:t>
    </dgm:pt>
    <dgm:pt modelId="{9FE9357E-F389-46B4-861E-A33E1C80154A}" type="parTrans" cxnId="{4CBCDE62-1BF6-489A-905A-399EA6E6D60D}">
      <dgm:prSet/>
      <dgm:spPr/>
      <dgm:t>
        <a:bodyPr/>
        <a:lstStyle/>
        <a:p>
          <a:endParaRPr lang="en-US"/>
        </a:p>
      </dgm:t>
    </dgm:pt>
    <dgm:pt modelId="{CDD8C3E5-5CFF-49FD-8559-9B81CEE0D8C3}" type="sibTrans" cxnId="{4CBCDE62-1BF6-489A-905A-399EA6E6D60D}">
      <dgm:prSet/>
      <dgm:spPr/>
      <dgm:t>
        <a:bodyPr/>
        <a:lstStyle/>
        <a:p>
          <a:endParaRPr lang="en-US"/>
        </a:p>
      </dgm:t>
    </dgm:pt>
    <dgm:pt modelId="{DE4FC485-D25B-4DD6-999F-A69036ADE790}">
      <dgm:prSet/>
      <dgm:spPr/>
      <dgm:t>
        <a:bodyPr/>
        <a:lstStyle/>
        <a:p>
          <a:r>
            <a:rPr lang="hu-HU" b="1" i="0" baseline="0"/>
            <a:t>Mire használjuk?</a:t>
          </a:r>
          <a:endParaRPr lang="en-US"/>
        </a:p>
      </dgm:t>
    </dgm:pt>
    <dgm:pt modelId="{FF2F8B40-EE55-4E6D-91AA-A8A05FB6852F}" type="parTrans" cxnId="{67E813CD-D715-429B-B124-C6C03AFDCB04}">
      <dgm:prSet/>
      <dgm:spPr/>
      <dgm:t>
        <a:bodyPr/>
        <a:lstStyle/>
        <a:p>
          <a:endParaRPr lang="en-US"/>
        </a:p>
      </dgm:t>
    </dgm:pt>
    <dgm:pt modelId="{13988BA2-1FD9-47B0-B5AA-A5966313CF2B}" type="sibTrans" cxnId="{67E813CD-D715-429B-B124-C6C03AFDCB04}">
      <dgm:prSet/>
      <dgm:spPr/>
      <dgm:t>
        <a:bodyPr/>
        <a:lstStyle/>
        <a:p>
          <a:endParaRPr lang="en-US"/>
        </a:p>
      </dgm:t>
    </dgm:pt>
    <dgm:pt modelId="{677F0A68-1674-4944-9CAF-EFE8A0A9835E}">
      <dgm:prSet/>
      <dgm:spPr/>
      <dgm:t>
        <a:bodyPr/>
        <a:lstStyle/>
        <a:p>
          <a:r>
            <a:rPr lang="hu-HU" b="0" i="0" baseline="0"/>
            <a:t>Konfigurációk, projektfájlok, dokumentációk verzióinak kezelése</a:t>
          </a:r>
          <a:endParaRPr lang="en-US"/>
        </a:p>
      </dgm:t>
    </dgm:pt>
    <dgm:pt modelId="{822275C3-1E43-4F03-A87F-86A2F2BB62EB}" type="parTrans" cxnId="{2D814019-688F-4443-A9D3-E6041951CD4E}">
      <dgm:prSet/>
      <dgm:spPr/>
      <dgm:t>
        <a:bodyPr/>
        <a:lstStyle/>
        <a:p>
          <a:endParaRPr lang="en-US"/>
        </a:p>
      </dgm:t>
    </dgm:pt>
    <dgm:pt modelId="{3E843551-DBB2-4B8C-8B34-E8162CADE697}" type="sibTrans" cxnId="{2D814019-688F-4443-A9D3-E6041951CD4E}">
      <dgm:prSet/>
      <dgm:spPr/>
      <dgm:t>
        <a:bodyPr/>
        <a:lstStyle/>
        <a:p>
          <a:endParaRPr lang="en-US"/>
        </a:p>
      </dgm:t>
    </dgm:pt>
    <dgm:pt modelId="{49C6405D-BEBA-40D1-885B-59503EB9E866}">
      <dgm:prSet/>
      <dgm:spPr/>
      <dgm:t>
        <a:bodyPr/>
        <a:lstStyle/>
        <a:p>
          <a:r>
            <a:rPr lang="hu-HU" b="0" i="0" baseline="0"/>
            <a:t>Visszatérés korábbi állapotokra hiba esetén</a:t>
          </a:r>
          <a:endParaRPr lang="en-US"/>
        </a:p>
      </dgm:t>
    </dgm:pt>
    <dgm:pt modelId="{5A2FD017-C747-45B0-A717-C11C011332D6}" type="parTrans" cxnId="{857317FB-A4C9-4BB5-9CDF-35FF2E5791BC}">
      <dgm:prSet/>
      <dgm:spPr/>
      <dgm:t>
        <a:bodyPr/>
        <a:lstStyle/>
        <a:p>
          <a:endParaRPr lang="en-US"/>
        </a:p>
      </dgm:t>
    </dgm:pt>
    <dgm:pt modelId="{9D504603-CF09-4F66-972A-314C0BDC4AB2}" type="sibTrans" cxnId="{857317FB-A4C9-4BB5-9CDF-35FF2E5791BC}">
      <dgm:prSet/>
      <dgm:spPr/>
      <dgm:t>
        <a:bodyPr/>
        <a:lstStyle/>
        <a:p>
          <a:endParaRPr lang="en-US"/>
        </a:p>
      </dgm:t>
    </dgm:pt>
    <dgm:pt modelId="{F3502EE2-D26C-47DD-8AF7-80A2C7B89D33}">
      <dgm:prSet/>
      <dgm:spPr/>
      <dgm:t>
        <a:bodyPr/>
        <a:lstStyle/>
        <a:p>
          <a:r>
            <a:rPr lang="hu-HU"/>
            <a:t>Előnyei:</a:t>
          </a:r>
          <a:endParaRPr lang="en-US"/>
        </a:p>
      </dgm:t>
    </dgm:pt>
    <dgm:pt modelId="{40E74702-D2CE-4FFC-AE48-C5224884A36A}" type="parTrans" cxnId="{3B3B9433-B12A-4EC7-AA1C-195D27819A6B}">
      <dgm:prSet/>
      <dgm:spPr/>
      <dgm:t>
        <a:bodyPr/>
        <a:lstStyle/>
        <a:p>
          <a:endParaRPr lang="en-US"/>
        </a:p>
      </dgm:t>
    </dgm:pt>
    <dgm:pt modelId="{04C07032-C590-4D97-98A8-B737C5F2B8D5}" type="sibTrans" cxnId="{3B3B9433-B12A-4EC7-AA1C-195D27819A6B}">
      <dgm:prSet/>
      <dgm:spPr/>
      <dgm:t>
        <a:bodyPr/>
        <a:lstStyle/>
        <a:p>
          <a:endParaRPr lang="en-US"/>
        </a:p>
      </dgm:t>
    </dgm:pt>
    <dgm:pt modelId="{781E560F-1949-452E-82C9-1E22EBE3899E}">
      <dgm:prSet/>
      <dgm:spPr/>
      <dgm:t>
        <a:bodyPr/>
        <a:lstStyle/>
        <a:p>
          <a:r>
            <a:rPr lang="hu-HU"/>
            <a:t>Elosztott működés (mindenki saját másolattal dolgozik)</a:t>
          </a:r>
          <a:endParaRPr lang="en-US"/>
        </a:p>
      </dgm:t>
    </dgm:pt>
    <dgm:pt modelId="{8C9F0673-0E91-4F64-A09D-444AD2D114E1}" type="parTrans" cxnId="{C9A1E137-18A3-42AF-9306-F828EC6264AE}">
      <dgm:prSet/>
      <dgm:spPr/>
      <dgm:t>
        <a:bodyPr/>
        <a:lstStyle/>
        <a:p>
          <a:endParaRPr lang="en-US"/>
        </a:p>
      </dgm:t>
    </dgm:pt>
    <dgm:pt modelId="{3158441D-4AC1-4829-A8C1-80BAA376F11A}" type="sibTrans" cxnId="{C9A1E137-18A3-42AF-9306-F828EC6264AE}">
      <dgm:prSet/>
      <dgm:spPr/>
      <dgm:t>
        <a:bodyPr/>
        <a:lstStyle/>
        <a:p>
          <a:endParaRPr lang="en-US"/>
        </a:p>
      </dgm:t>
    </dgm:pt>
    <dgm:pt modelId="{4B7B0D2D-939F-4359-ADB9-3FDF1F2D25F2}">
      <dgm:prSet/>
      <dgm:spPr/>
      <dgm:t>
        <a:bodyPr/>
        <a:lstStyle/>
        <a:p>
          <a:r>
            <a:rPr lang="hu-HU"/>
            <a:t>Integrálható GitHub, GitLab vagy más tárolókkal</a:t>
          </a:r>
          <a:endParaRPr lang="en-US"/>
        </a:p>
      </dgm:t>
    </dgm:pt>
    <dgm:pt modelId="{AFCC82F4-D891-4769-BCB0-F38978CB93A3}" type="parTrans" cxnId="{FD94FDBB-95E3-4BA8-B126-7BB1E1A9B988}">
      <dgm:prSet/>
      <dgm:spPr/>
      <dgm:t>
        <a:bodyPr/>
        <a:lstStyle/>
        <a:p>
          <a:endParaRPr lang="en-US"/>
        </a:p>
      </dgm:t>
    </dgm:pt>
    <dgm:pt modelId="{5FBC3E96-AEC8-4F21-B559-800FF558D8EF}" type="sibTrans" cxnId="{FD94FDBB-95E3-4BA8-B126-7BB1E1A9B988}">
      <dgm:prSet/>
      <dgm:spPr/>
      <dgm:t>
        <a:bodyPr/>
        <a:lstStyle/>
        <a:p>
          <a:endParaRPr lang="en-US"/>
        </a:p>
      </dgm:t>
    </dgm:pt>
    <dgm:pt modelId="{48EF4BA8-C430-5A43-86EE-F0FA0208F2E5}" type="pres">
      <dgm:prSet presAssocID="{AA1DAA91-DC85-4780-A05B-DACC71DD7BC8}" presName="Name0" presStyleCnt="0">
        <dgm:presLayoutVars>
          <dgm:dir/>
          <dgm:resizeHandles val="exact"/>
        </dgm:presLayoutVars>
      </dgm:prSet>
      <dgm:spPr/>
    </dgm:pt>
    <dgm:pt modelId="{80A72640-05C6-1C48-8F9B-C6F0AAF7CCB3}" type="pres">
      <dgm:prSet presAssocID="{41CD9633-E991-42C5-A7D0-EF572A1C7FA1}" presName="node" presStyleLbl="node1" presStyleIdx="0" presStyleCnt="9">
        <dgm:presLayoutVars>
          <dgm:bulletEnabled val="1"/>
        </dgm:presLayoutVars>
      </dgm:prSet>
      <dgm:spPr/>
    </dgm:pt>
    <dgm:pt modelId="{5BC5E96D-47B7-E54D-89CA-BDCC4D7973CB}" type="pres">
      <dgm:prSet presAssocID="{A674427E-5139-4ED3-8AA6-E596ABF1854D}" presName="sibTrans" presStyleLbl="sibTrans1D1" presStyleIdx="0" presStyleCnt="8"/>
      <dgm:spPr/>
    </dgm:pt>
    <dgm:pt modelId="{91845AB5-E40E-5645-AE6D-7BE4EB29B47B}" type="pres">
      <dgm:prSet presAssocID="{A674427E-5139-4ED3-8AA6-E596ABF1854D}" presName="connectorText" presStyleLbl="sibTrans1D1" presStyleIdx="0" presStyleCnt="8"/>
      <dgm:spPr/>
    </dgm:pt>
    <dgm:pt modelId="{C888FF6F-23F3-214B-89DD-CE18B5C3E88B}" type="pres">
      <dgm:prSet presAssocID="{FA7D70AA-B454-41CC-A9EB-5F0B993675BE}" presName="node" presStyleLbl="node1" presStyleIdx="1" presStyleCnt="9">
        <dgm:presLayoutVars>
          <dgm:bulletEnabled val="1"/>
        </dgm:presLayoutVars>
      </dgm:prSet>
      <dgm:spPr/>
    </dgm:pt>
    <dgm:pt modelId="{EB77418B-23C4-5D4A-AB09-8747D0282A09}" type="pres">
      <dgm:prSet presAssocID="{E5DF47D3-6A0F-41C1-B4AD-71911900CE54}" presName="sibTrans" presStyleLbl="sibTrans1D1" presStyleIdx="1" presStyleCnt="8"/>
      <dgm:spPr/>
    </dgm:pt>
    <dgm:pt modelId="{D4F160D7-FEAF-894E-A3ED-451D41CD0990}" type="pres">
      <dgm:prSet presAssocID="{E5DF47D3-6A0F-41C1-B4AD-71911900CE54}" presName="connectorText" presStyleLbl="sibTrans1D1" presStyleIdx="1" presStyleCnt="8"/>
      <dgm:spPr/>
    </dgm:pt>
    <dgm:pt modelId="{C8018B9C-FD3E-4A4F-A86D-325162C777A0}" type="pres">
      <dgm:prSet presAssocID="{0D4BF675-6525-4B89-B4A6-2543D0B27822}" presName="node" presStyleLbl="node1" presStyleIdx="2" presStyleCnt="9">
        <dgm:presLayoutVars>
          <dgm:bulletEnabled val="1"/>
        </dgm:presLayoutVars>
      </dgm:prSet>
      <dgm:spPr/>
    </dgm:pt>
    <dgm:pt modelId="{B8BAA5F4-7985-D144-B162-6B568AD7BB12}" type="pres">
      <dgm:prSet presAssocID="{CDD8C3E5-5CFF-49FD-8559-9B81CEE0D8C3}" presName="sibTrans" presStyleLbl="sibTrans1D1" presStyleIdx="2" presStyleCnt="8"/>
      <dgm:spPr/>
    </dgm:pt>
    <dgm:pt modelId="{3D535A22-16CC-4542-B8CA-5CA17B827B08}" type="pres">
      <dgm:prSet presAssocID="{CDD8C3E5-5CFF-49FD-8559-9B81CEE0D8C3}" presName="connectorText" presStyleLbl="sibTrans1D1" presStyleIdx="2" presStyleCnt="8"/>
      <dgm:spPr/>
    </dgm:pt>
    <dgm:pt modelId="{BC9B522F-FA60-C94E-AF16-F3D9D95AB108}" type="pres">
      <dgm:prSet presAssocID="{DE4FC485-D25B-4DD6-999F-A69036ADE790}" presName="node" presStyleLbl="node1" presStyleIdx="3" presStyleCnt="9">
        <dgm:presLayoutVars>
          <dgm:bulletEnabled val="1"/>
        </dgm:presLayoutVars>
      </dgm:prSet>
      <dgm:spPr/>
    </dgm:pt>
    <dgm:pt modelId="{FF9263FF-8D2B-8646-B322-AABA4B48859F}" type="pres">
      <dgm:prSet presAssocID="{13988BA2-1FD9-47B0-B5AA-A5966313CF2B}" presName="sibTrans" presStyleLbl="sibTrans1D1" presStyleIdx="3" presStyleCnt="8"/>
      <dgm:spPr/>
    </dgm:pt>
    <dgm:pt modelId="{F9496439-65E3-AA4B-A2AF-B430755D0C33}" type="pres">
      <dgm:prSet presAssocID="{13988BA2-1FD9-47B0-B5AA-A5966313CF2B}" presName="connectorText" presStyleLbl="sibTrans1D1" presStyleIdx="3" presStyleCnt="8"/>
      <dgm:spPr/>
    </dgm:pt>
    <dgm:pt modelId="{A465F543-F0FE-9747-BDA9-AB3D9A505B86}" type="pres">
      <dgm:prSet presAssocID="{677F0A68-1674-4944-9CAF-EFE8A0A9835E}" presName="node" presStyleLbl="node1" presStyleIdx="4" presStyleCnt="9">
        <dgm:presLayoutVars>
          <dgm:bulletEnabled val="1"/>
        </dgm:presLayoutVars>
      </dgm:prSet>
      <dgm:spPr/>
    </dgm:pt>
    <dgm:pt modelId="{6F24431B-E558-374B-849C-DE904A9C9075}" type="pres">
      <dgm:prSet presAssocID="{3E843551-DBB2-4B8C-8B34-E8162CADE697}" presName="sibTrans" presStyleLbl="sibTrans1D1" presStyleIdx="4" presStyleCnt="8"/>
      <dgm:spPr/>
    </dgm:pt>
    <dgm:pt modelId="{B2E48BA9-CD67-8B4C-AC34-EB54D8617705}" type="pres">
      <dgm:prSet presAssocID="{3E843551-DBB2-4B8C-8B34-E8162CADE697}" presName="connectorText" presStyleLbl="sibTrans1D1" presStyleIdx="4" presStyleCnt="8"/>
      <dgm:spPr/>
    </dgm:pt>
    <dgm:pt modelId="{58475FD8-9D6E-E945-874C-B2EC5341A57A}" type="pres">
      <dgm:prSet presAssocID="{49C6405D-BEBA-40D1-885B-59503EB9E866}" presName="node" presStyleLbl="node1" presStyleIdx="5" presStyleCnt="9">
        <dgm:presLayoutVars>
          <dgm:bulletEnabled val="1"/>
        </dgm:presLayoutVars>
      </dgm:prSet>
      <dgm:spPr/>
    </dgm:pt>
    <dgm:pt modelId="{54F705CE-4FD5-7045-BEF1-7ED2E0EB3707}" type="pres">
      <dgm:prSet presAssocID="{9D504603-CF09-4F66-972A-314C0BDC4AB2}" presName="sibTrans" presStyleLbl="sibTrans1D1" presStyleIdx="5" presStyleCnt="8"/>
      <dgm:spPr/>
    </dgm:pt>
    <dgm:pt modelId="{921DC590-D5E7-4743-9258-48E3C7C14005}" type="pres">
      <dgm:prSet presAssocID="{9D504603-CF09-4F66-972A-314C0BDC4AB2}" presName="connectorText" presStyleLbl="sibTrans1D1" presStyleIdx="5" presStyleCnt="8"/>
      <dgm:spPr/>
    </dgm:pt>
    <dgm:pt modelId="{38FE98F2-CCA7-BB47-8982-76A2B362380D}" type="pres">
      <dgm:prSet presAssocID="{F3502EE2-D26C-47DD-8AF7-80A2C7B89D33}" presName="node" presStyleLbl="node1" presStyleIdx="6" presStyleCnt="9">
        <dgm:presLayoutVars>
          <dgm:bulletEnabled val="1"/>
        </dgm:presLayoutVars>
      </dgm:prSet>
      <dgm:spPr/>
    </dgm:pt>
    <dgm:pt modelId="{148ACF22-C2F4-1249-BA2D-5AB0FCE14803}" type="pres">
      <dgm:prSet presAssocID="{04C07032-C590-4D97-98A8-B737C5F2B8D5}" presName="sibTrans" presStyleLbl="sibTrans1D1" presStyleIdx="6" presStyleCnt="8"/>
      <dgm:spPr/>
    </dgm:pt>
    <dgm:pt modelId="{BF853CB8-B9D9-5140-80F1-0947F520470B}" type="pres">
      <dgm:prSet presAssocID="{04C07032-C590-4D97-98A8-B737C5F2B8D5}" presName="connectorText" presStyleLbl="sibTrans1D1" presStyleIdx="6" presStyleCnt="8"/>
      <dgm:spPr/>
    </dgm:pt>
    <dgm:pt modelId="{57ED7292-DE64-0641-B2F1-6178BE6A5127}" type="pres">
      <dgm:prSet presAssocID="{781E560F-1949-452E-82C9-1E22EBE3899E}" presName="node" presStyleLbl="node1" presStyleIdx="7" presStyleCnt="9">
        <dgm:presLayoutVars>
          <dgm:bulletEnabled val="1"/>
        </dgm:presLayoutVars>
      </dgm:prSet>
      <dgm:spPr/>
    </dgm:pt>
    <dgm:pt modelId="{53A3A125-90EA-A046-970E-6BAB7C9B73DE}" type="pres">
      <dgm:prSet presAssocID="{3158441D-4AC1-4829-A8C1-80BAA376F11A}" presName="sibTrans" presStyleLbl="sibTrans1D1" presStyleIdx="7" presStyleCnt="8"/>
      <dgm:spPr/>
    </dgm:pt>
    <dgm:pt modelId="{4B2C4F99-8191-334B-9523-11A2EBEAC3F4}" type="pres">
      <dgm:prSet presAssocID="{3158441D-4AC1-4829-A8C1-80BAA376F11A}" presName="connectorText" presStyleLbl="sibTrans1D1" presStyleIdx="7" presStyleCnt="8"/>
      <dgm:spPr/>
    </dgm:pt>
    <dgm:pt modelId="{02D8132E-2E07-9F43-812C-B8D44F44FD70}" type="pres">
      <dgm:prSet presAssocID="{4B7B0D2D-939F-4359-ADB9-3FDF1F2D25F2}" presName="node" presStyleLbl="node1" presStyleIdx="8" presStyleCnt="9">
        <dgm:presLayoutVars>
          <dgm:bulletEnabled val="1"/>
        </dgm:presLayoutVars>
      </dgm:prSet>
      <dgm:spPr/>
    </dgm:pt>
  </dgm:ptLst>
  <dgm:cxnLst>
    <dgm:cxn modelId="{CB194102-E045-434B-9D1C-D77CCF557850}" type="presOf" srcId="{E5DF47D3-6A0F-41C1-B4AD-71911900CE54}" destId="{D4F160D7-FEAF-894E-A3ED-451D41CD0990}" srcOrd="1" destOrd="0" presId="urn:microsoft.com/office/officeart/2016/7/layout/RepeatingBendingProcessNew"/>
    <dgm:cxn modelId="{B6549109-FD9A-8246-9AF1-7633E649313D}" type="presOf" srcId="{49C6405D-BEBA-40D1-885B-59503EB9E866}" destId="{58475FD8-9D6E-E945-874C-B2EC5341A57A}" srcOrd="0" destOrd="0" presId="urn:microsoft.com/office/officeart/2016/7/layout/RepeatingBendingProcessNew"/>
    <dgm:cxn modelId="{F66DE70A-C1EC-DE4C-B477-C25DDAF08D77}" type="presOf" srcId="{781E560F-1949-452E-82C9-1E22EBE3899E}" destId="{57ED7292-DE64-0641-B2F1-6178BE6A5127}" srcOrd="0" destOrd="0" presId="urn:microsoft.com/office/officeart/2016/7/layout/RepeatingBendingProcessNew"/>
    <dgm:cxn modelId="{BB800517-7761-42D6-805B-B150A57CB352}" srcId="{AA1DAA91-DC85-4780-A05B-DACC71DD7BC8}" destId="{41CD9633-E991-42C5-A7D0-EF572A1C7FA1}" srcOrd="0" destOrd="0" parTransId="{C4E0B1E0-85CE-497E-B662-95F15134C43C}" sibTransId="{A674427E-5139-4ED3-8AA6-E596ABF1854D}"/>
    <dgm:cxn modelId="{F3FAA618-93E9-714B-B466-977184C92E49}" type="presOf" srcId="{0D4BF675-6525-4B89-B4A6-2543D0B27822}" destId="{C8018B9C-FD3E-4A4F-A86D-325162C777A0}" srcOrd="0" destOrd="0" presId="urn:microsoft.com/office/officeart/2016/7/layout/RepeatingBendingProcessNew"/>
    <dgm:cxn modelId="{2D814019-688F-4443-A9D3-E6041951CD4E}" srcId="{AA1DAA91-DC85-4780-A05B-DACC71DD7BC8}" destId="{677F0A68-1674-4944-9CAF-EFE8A0A9835E}" srcOrd="4" destOrd="0" parTransId="{822275C3-1E43-4F03-A87F-86A2F2BB62EB}" sibTransId="{3E843551-DBB2-4B8C-8B34-E8162CADE697}"/>
    <dgm:cxn modelId="{37E90B26-C559-AF41-88C9-69FBEDE75200}" type="presOf" srcId="{AA1DAA91-DC85-4780-A05B-DACC71DD7BC8}" destId="{48EF4BA8-C430-5A43-86EE-F0FA0208F2E5}" srcOrd="0" destOrd="0" presId="urn:microsoft.com/office/officeart/2016/7/layout/RepeatingBendingProcessNew"/>
    <dgm:cxn modelId="{3B3B9433-B12A-4EC7-AA1C-195D27819A6B}" srcId="{AA1DAA91-DC85-4780-A05B-DACC71DD7BC8}" destId="{F3502EE2-D26C-47DD-8AF7-80A2C7B89D33}" srcOrd="6" destOrd="0" parTransId="{40E74702-D2CE-4FFC-AE48-C5224884A36A}" sibTransId="{04C07032-C590-4D97-98A8-B737C5F2B8D5}"/>
    <dgm:cxn modelId="{C9A1E137-18A3-42AF-9306-F828EC6264AE}" srcId="{AA1DAA91-DC85-4780-A05B-DACC71DD7BC8}" destId="{781E560F-1949-452E-82C9-1E22EBE3899E}" srcOrd="7" destOrd="0" parTransId="{8C9F0673-0E91-4F64-A09D-444AD2D114E1}" sibTransId="{3158441D-4AC1-4829-A8C1-80BAA376F11A}"/>
    <dgm:cxn modelId="{1F51553B-C1E4-6545-AAB2-8BB5A26E0975}" type="presOf" srcId="{677F0A68-1674-4944-9CAF-EFE8A0A9835E}" destId="{A465F543-F0FE-9747-BDA9-AB3D9A505B86}" srcOrd="0" destOrd="0" presId="urn:microsoft.com/office/officeart/2016/7/layout/RepeatingBendingProcessNew"/>
    <dgm:cxn modelId="{DCD4633E-00AA-BF43-AC23-1A80CA9C292D}" type="presOf" srcId="{13988BA2-1FD9-47B0-B5AA-A5966313CF2B}" destId="{F9496439-65E3-AA4B-A2AF-B430755D0C33}" srcOrd="1" destOrd="0" presId="urn:microsoft.com/office/officeart/2016/7/layout/RepeatingBendingProcessNew"/>
    <dgm:cxn modelId="{66B0963E-E112-514C-8E93-FAA867DC3F86}" type="presOf" srcId="{9D504603-CF09-4F66-972A-314C0BDC4AB2}" destId="{54F705CE-4FD5-7045-BEF1-7ED2E0EB3707}" srcOrd="0" destOrd="0" presId="urn:microsoft.com/office/officeart/2016/7/layout/RepeatingBendingProcessNew"/>
    <dgm:cxn modelId="{6F2A8043-6A6B-0F44-BAC2-CB7053014881}" type="presOf" srcId="{04C07032-C590-4D97-98A8-B737C5F2B8D5}" destId="{BF853CB8-B9D9-5140-80F1-0947F520470B}" srcOrd="1" destOrd="0" presId="urn:microsoft.com/office/officeart/2016/7/layout/RepeatingBendingProcessNew"/>
    <dgm:cxn modelId="{C1E2794C-7C8F-2242-8988-10256735C87B}" type="presOf" srcId="{4B7B0D2D-939F-4359-ADB9-3FDF1F2D25F2}" destId="{02D8132E-2E07-9F43-812C-B8D44F44FD70}" srcOrd="0" destOrd="0" presId="urn:microsoft.com/office/officeart/2016/7/layout/RepeatingBendingProcessNew"/>
    <dgm:cxn modelId="{B4105D4D-14D4-5743-BF8E-843FDA07F963}" type="presOf" srcId="{3E843551-DBB2-4B8C-8B34-E8162CADE697}" destId="{B2E48BA9-CD67-8B4C-AC34-EB54D8617705}" srcOrd="1" destOrd="0" presId="urn:microsoft.com/office/officeart/2016/7/layout/RepeatingBendingProcessNew"/>
    <dgm:cxn modelId="{38DFF656-940D-0E43-92E1-E2AD58695FA2}" type="presOf" srcId="{41CD9633-E991-42C5-A7D0-EF572A1C7FA1}" destId="{80A72640-05C6-1C48-8F9B-C6F0AAF7CCB3}" srcOrd="0" destOrd="0" presId="urn:microsoft.com/office/officeart/2016/7/layout/RepeatingBendingProcessNew"/>
    <dgm:cxn modelId="{8D2CF95B-AD5C-4474-BA04-710895808D58}" srcId="{AA1DAA91-DC85-4780-A05B-DACC71DD7BC8}" destId="{FA7D70AA-B454-41CC-A9EB-5F0B993675BE}" srcOrd="1" destOrd="0" parTransId="{13690B66-A975-4402-80D8-9D3A5388BE8B}" sibTransId="{E5DF47D3-6A0F-41C1-B4AD-71911900CE54}"/>
    <dgm:cxn modelId="{4CBCDE62-1BF6-489A-905A-399EA6E6D60D}" srcId="{AA1DAA91-DC85-4780-A05B-DACC71DD7BC8}" destId="{0D4BF675-6525-4B89-B4A6-2543D0B27822}" srcOrd="2" destOrd="0" parTransId="{9FE9357E-F389-46B4-861E-A33E1C80154A}" sibTransId="{CDD8C3E5-5CFF-49FD-8559-9B81CEE0D8C3}"/>
    <dgm:cxn modelId="{2DE7EF65-7E76-4A41-B4A0-4ADF82DFF1B2}" type="presOf" srcId="{04C07032-C590-4D97-98A8-B737C5F2B8D5}" destId="{148ACF22-C2F4-1249-BA2D-5AB0FCE14803}" srcOrd="0" destOrd="0" presId="urn:microsoft.com/office/officeart/2016/7/layout/RepeatingBendingProcessNew"/>
    <dgm:cxn modelId="{F4D38B6A-D4FF-9E41-988D-C75F55E287F4}" type="presOf" srcId="{9D504603-CF09-4F66-972A-314C0BDC4AB2}" destId="{921DC590-D5E7-4743-9258-48E3C7C14005}" srcOrd="1" destOrd="0" presId="urn:microsoft.com/office/officeart/2016/7/layout/RepeatingBendingProcessNew"/>
    <dgm:cxn modelId="{0E1F1B79-311B-6040-881E-15A063534FFE}" type="presOf" srcId="{3158441D-4AC1-4829-A8C1-80BAA376F11A}" destId="{53A3A125-90EA-A046-970E-6BAB7C9B73DE}" srcOrd="0" destOrd="0" presId="urn:microsoft.com/office/officeart/2016/7/layout/RepeatingBendingProcessNew"/>
    <dgm:cxn modelId="{A988498D-1517-0649-B46F-CDE1F0A4E6BC}" type="presOf" srcId="{E5DF47D3-6A0F-41C1-B4AD-71911900CE54}" destId="{EB77418B-23C4-5D4A-AB09-8747D0282A09}" srcOrd="0" destOrd="0" presId="urn:microsoft.com/office/officeart/2016/7/layout/RepeatingBendingProcessNew"/>
    <dgm:cxn modelId="{0E1D1E9A-0D47-D14B-9808-C4F20A954F11}" type="presOf" srcId="{CDD8C3E5-5CFF-49FD-8559-9B81CEE0D8C3}" destId="{3D535A22-16CC-4542-B8CA-5CA17B827B08}" srcOrd="1" destOrd="0" presId="urn:microsoft.com/office/officeart/2016/7/layout/RepeatingBendingProcessNew"/>
    <dgm:cxn modelId="{3F26C09F-456C-CE4A-A9C2-C9CDF87D42E6}" type="presOf" srcId="{A674427E-5139-4ED3-8AA6-E596ABF1854D}" destId="{5BC5E96D-47B7-E54D-89CA-BDCC4D7973CB}" srcOrd="0" destOrd="0" presId="urn:microsoft.com/office/officeart/2016/7/layout/RepeatingBendingProcessNew"/>
    <dgm:cxn modelId="{A04266A5-7E1E-4E48-890C-2273440D8D1B}" type="presOf" srcId="{A674427E-5139-4ED3-8AA6-E596ABF1854D}" destId="{91845AB5-E40E-5645-AE6D-7BE4EB29B47B}" srcOrd="1" destOrd="0" presId="urn:microsoft.com/office/officeart/2016/7/layout/RepeatingBendingProcessNew"/>
    <dgm:cxn modelId="{88C60FAB-36D0-384E-8B6C-E1470A2963E8}" type="presOf" srcId="{CDD8C3E5-5CFF-49FD-8559-9B81CEE0D8C3}" destId="{B8BAA5F4-7985-D144-B162-6B568AD7BB12}" srcOrd="0" destOrd="0" presId="urn:microsoft.com/office/officeart/2016/7/layout/RepeatingBendingProcessNew"/>
    <dgm:cxn modelId="{C2B403AE-242B-E54C-B98A-66F31E8BDABA}" type="presOf" srcId="{3158441D-4AC1-4829-A8C1-80BAA376F11A}" destId="{4B2C4F99-8191-334B-9523-11A2EBEAC3F4}" srcOrd="1" destOrd="0" presId="urn:microsoft.com/office/officeart/2016/7/layout/RepeatingBendingProcessNew"/>
    <dgm:cxn modelId="{FD94FDBB-95E3-4BA8-B126-7BB1E1A9B988}" srcId="{AA1DAA91-DC85-4780-A05B-DACC71DD7BC8}" destId="{4B7B0D2D-939F-4359-ADB9-3FDF1F2D25F2}" srcOrd="8" destOrd="0" parTransId="{AFCC82F4-D891-4769-BCB0-F38978CB93A3}" sibTransId="{5FBC3E96-AEC8-4F21-B559-800FF558D8EF}"/>
    <dgm:cxn modelId="{FC3B15C9-6CAC-754B-9370-CAAB198ED3FE}" type="presOf" srcId="{FA7D70AA-B454-41CC-A9EB-5F0B993675BE}" destId="{C888FF6F-23F3-214B-89DD-CE18B5C3E88B}" srcOrd="0" destOrd="0" presId="urn:microsoft.com/office/officeart/2016/7/layout/RepeatingBendingProcessNew"/>
    <dgm:cxn modelId="{67E813CD-D715-429B-B124-C6C03AFDCB04}" srcId="{AA1DAA91-DC85-4780-A05B-DACC71DD7BC8}" destId="{DE4FC485-D25B-4DD6-999F-A69036ADE790}" srcOrd="3" destOrd="0" parTransId="{FF2F8B40-EE55-4E6D-91AA-A8A05FB6852F}" sibTransId="{13988BA2-1FD9-47B0-B5AA-A5966313CF2B}"/>
    <dgm:cxn modelId="{CC554FCE-241A-5548-BD12-AE8303C86B6C}" type="presOf" srcId="{F3502EE2-D26C-47DD-8AF7-80A2C7B89D33}" destId="{38FE98F2-CCA7-BB47-8982-76A2B362380D}" srcOrd="0" destOrd="0" presId="urn:microsoft.com/office/officeart/2016/7/layout/RepeatingBendingProcessNew"/>
    <dgm:cxn modelId="{1E9584D0-3ED2-CB48-8961-839D64343144}" type="presOf" srcId="{3E843551-DBB2-4B8C-8B34-E8162CADE697}" destId="{6F24431B-E558-374B-849C-DE904A9C9075}" srcOrd="0" destOrd="0" presId="urn:microsoft.com/office/officeart/2016/7/layout/RepeatingBendingProcessNew"/>
    <dgm:cxn modelId="{5E2473EB-9478-CB47-9071-20B84D64CC44}" type="presOf" srcId="{DE4FC485-D25B-4DD6-999F-A69036ADE790}" destId="{BC9B522F-FA60-C94E-AF16-F3D9D95AB108}" srcOrd="0" destOrd="0" presId="urn:microsoft.com/office/officeart/2016/7/layout/RepeatingBendingProcessNew"/>
    <dgm:cxn modelId="{874F88F3-E262-664C-8C4C-C2F8798E37D8}" type="presOf" srcId="{13988BA2-1FD9-47B0-B5AA-A5966313CF2B}" destId="{FF9263FF-8D2B-8646-B322-AABA4B48859F}" srcOrd="0" destOrd="0" presId="urn:microsoft.com/office/officeart/2016/7/layout/RepeatingBendingProcessNew"/>
    <dgm:cxn modelId="{857317FB-A4C9-4BB5-9CDF-35FF2E5791BC}" srcId="{AA1DAA91-DC85-4780-A05B-DACC71DD7BC8}" destId="{49C6405D-BEBA-40D1-885B-59503EB9E866}" srcOrd="5" destOrd="0" parTransId="{5A2FD017-C747-45B0-A717-C11C011332D6}" sibTransId="{9D504603-CF09-4F66-972A-314C0BDC4AB2}"/>
    <dgm:cxn modelId="{8F469463-2EB4-3C47-8E30-8F2CE26C5477}" type="presParOf" srcId="{48EF4BA8-C430-5A43-86EE-F0FA0208F2E5}" destId="{80A72640-05C6-1C48-8F9B-C6F0AAF7CCB3}" srcOrd="0" destOrd="0" presId="urn:microsoft.com/office/officeart/2016/7/layout/RepeatingBendingProcessNew"/>
    <dgm:cxn modelId="{751F2BD6-FFC7-BE47-8568-6F0CECABF27E}" type="presParOf" srcId="{48EF4BA8-C430-5A43-86EE-F0FA0208F2E5}" destId="{5BC5E96D-47B7-E54D-89CA-BDCC4D7973CB}" srcOrd="1" destOrd="0" presId="urn:microsoft.com/office/officeart/2016/7/layout/RepeatingBendingProcessNew"/>
    <dgm:cxn modelId="{6B8D6F97-1068-EB4A-8740-1CF76CFA7647}" type="presParOf" srcId="{5BC5E96D-47B7-E54D-89CA-BDCC4D7973CB}" destId="{91845AB5-E40E-5645-AE6D-7BE4EB29B47B}" srcOrd="0" destOrd="0" presId="urn:microsoft.com/office/officeart/2016/7/layout/RepeatingBendingProcessNew"/>
    <dgm:cxn modelId="{4C9F5CBE-BA61-C24B-B176-6C91A75D96B6}" type="presParOf" srcId="{48EF4BA8-C430-5A43-86EE-F0FA0208F2E5}" destId="{C888FF6F-23F3-214B-89DD-CE18B5C3E88B}" srcOrd="2" destOrd="0" presId="urn:microsoft.com/office/officeart/2016/7/layout/RepeatingBendingProcessNew"/>
    <dgm:cxn modelId="{F7245D08-0078-094E-96EA-4830136258C9}" type="presParOf" srcId="{48EF4BA8-C430-5A43-86EE-F0FA0208F2E5}" destId="{EB77418B-23C4-5D4A-AB09-8747D0282A09}" srcOrd="3" destOrd="0" presId="urn:microsoft.com/office/officeart/2016/7/layout/RepeatingBendingProcessNew"/>
    <dgm:cxn modelId="{53A71741-3856-8845-A03E-DA3D002C1E96}" type="presParOf" srcId="{EB77418B-23C4-5D4A-AB09-8747D0282A09}" destId="{D4F160D7-FEAF-894E-A3ED-451D41CD0990}" srcOrd="0" destOrd="0" presId="urn:microsoft.com/office/officeart/2016/7/layout/RepeatingBendingProcessNew"/>
    <dgm:cxn modelId="{B8FD8494-D47B-614C-8059-69FA8345B5C7}" type="presParOf" srcId="{48EF4BA8-C430-5A43-86EE-F0FA0208F2E5}" destId="{C8018B9C-FD3E-4A4F-A86D-325162C777A0}" srcOrd="4" destOrd="0" presId="urn:microsoft.com/office/officeart/2016/7/layout/RepeatingBendingProcessNew"/>
    <dgm:cxn modelId="{69C7C016-3219-5A4F-85A6-2DC7A50E5A3D}" type="presParOf" srcId="{48EF4BA8-C430-5A43-86EE-F0FA0208F2E5}" destId="{B8BAA5F4-7985-D144-B162-6B568AD7BB12}" srcOrd="5" destOrd="0" presId="urn:microsoft.com/office/officeart/2016/7/layout/RepeatingBendingProcessNew"/>
    <dgm:cxn modelId="{90A5854D-4EAC-404A-95CA-44ADD66F2ABF}" type="presParOf" srcId="{B8BAA5F4-7985-D144-B162-6B568AD7BB12}" destId="{3D535A22-16CC-4542-B8CA-5CA17B827B08}" srcOrd="0" destOrd="0" presId="urn:microsoft.com/office/officeart/2016/7/layout/RepeatingBendingProcessNew"/>
    <dgm:cxn modelId="{0D4C46AA-800F-0645-943F-2ACE75F0C5A3}" type="presParOf" srcId="{48EF4BA8-C430-5A43-86EE-F0FA0208F2E5}" destId="{BC9B522F-FA60-C94E-AF16-F3D9D95AB108}" srcOrd="6" destOrd="0" presId="urn:microsoft.com/office/officeart/2016/7/layout/RepeatingBendingProcessNew"/>
    <dgm:cxn modelId="{4A218748-82C4-9A4B-9072-D735731201C8}" type="presParOf" srcId="{48EF4BA8-C430-5A43-86EE-F0FA0208F2E5}" destId="{FF9263FF-8D2B-8646-B322-AABA4B48859F}" srcOrd="7" destOrd="0" presId="urn:microsoft.com/office/officeart/2016/7/layout/RepeatingBendingProcessNew"/>
    <dgm:cxn modelId="{3C809BF4-0A58-FA43-A068-11ACF720EF1D}" type="presParOf" srcId="{FF9263FF-8D2B-8646-B322-AABA4B48859F}" destId="{F9496439-65E3-AA4B-A2AF-B430755D0C33}" srcOrd="0" destOrd="0" presId="urn:microsoft.com/office/officeart/2016/7/layout/RepeatingBendingProcessNew"/>
    <dgm:cxn modelId="{0AB9912B-FA47-5947-91F1-C1493862C0A0}" type="presParOf" srcId="{48EF4BA8-C430-5A43-86EE-F0FA0208F2E5}" destId="{A465F543-F0FE-9747-BDA9-AB3D9A505B86}" srcOrd="8" destOrd="0" presId="urn:microsoft.com/office/officeart/2016/7/layout/RepeatingBendingProcessNew"/>
    <dgm:cxn modelId="{ED251374-769A-9744-AFDA-A42AB3880313}" type="presParOf" srcId="{48EF4BA8-C430-5A43-86EE-F0FA0208F2E5}" destId="{6F24431B-E558-374B-849C-DE904A9C9075}" srcOrd="9" destOrd="0" presId="urn:microsoft.com/office/officeart/2016/7/layout/RepeatingBendingProcessNew"/>
    <dgm:cxn modelId="{250367F7-F73E-BB43-9E0A-235361064700}" type="presParOf" srcId="{6F24431B-E558-374B-849C-DE904A9C9075}" destId="{B2E48BA9-CD67-8B4C-AC34-EB54D8617705}" srcOrd="0" destOrd="0" presId="urn:microsoft.com/office/officeart/2016/7/layout/RepeatingBendingProcessNew"/>
    <dgm:cxn modelId="{DC1B4DC9-D4C0-6A4C-B88A-B501408200A7}" type="presParOf" srcId="{48EF4BA8-C430-5A43-86EE-F0FA0208F2E5}" destId="{58475FD8-9D6E-E945-874C-B2EC5341A57A}" srcOrd="10" destOrd="0" presId="urn:microsoft.com/office/officeart/2016/7/layout/RepeatingBendingProcessNew"/>
    <dgm:cxn modelId="{1E5F9BD1-81F7-D446-890E-CDE7CF4B14D9}" type="presParOf" srcId="{48EF4BA8-C430-5A43-86EE-F0FA0208F2E5}" destId="{54F705CE-4FD5-7045-BEF1-7ED2E0EB3707}" srcOrd="11" destOrd="0" presId="urn:microsoft.com/office/officeart/2016/7/layout/RepeatingBendingProcessNew"/>
    <dgm:cxn modelId="{B21B5313-EF00-C343-ACE8-A0A5B06EC869}" type="presParOf" srcId="{54F705CE-4FD5-7045-BEF1-7ED2E0EB3707}" destId="{921DC590-D5E7-4743-9258-48E3C7C14005}" srcOrd="0" destOrd="0" presId="urn:microsoft.com/office/officeart/2016/7/layout/RepeatingBendingProcessNew"/>
    <dgm:cxn modelId="{AA6F5DEB-DB62-3841-B70B-5E0252E66383}" type="presParOf" srcId="{48EF4BA8-C430-5A43-86EE-F0FA0208F2E5}" destId="{38FE98F2-CCA7-BB47-8982-76A2B362380D}" srcOrd="12" destOrd="0" presId="urn:microsoft.com/office/officeart/2016/7/layout/RepeatingBendingProcessNew"/>
    <dgm:cxn modelId="{4BE80573-43D5-0F4A-A72F-BDBCD7ED2160}" type="presParOf" srcId="{48EF4BA8-C430-5A43-86EE-F0FA0208F2E5}" destId="{148ACF22-C2F4-1249-BA2D-5AB0FCE14803}" srcOrd="13" destOrd="0" presId="urn:microsoft.com/office/officeart/2016/7/layout/RepeatingBendingProcessNew"/>
    <dgm:cxn modelId="{C2DD3B3A-28D8-EF46-AB82-DD687239BE7F}" type="presParOf" srcId="{148ACF22-C2F4-1249-BA2D-5AB0FCE14803}" destId="{BF853CB8-B9D9-5140-80F1-0947F520470B}" srcOrd="0" destOrd="0" presId="urn:microsoft.com/office/officeart/2016/7/layout/RepeatingBendingProcessNew"/>
    <dgm:cxn modelId="{49F278B2-3E81-6F41-9772-BE4EEB24B4BC}" type="presParOf" srcId="{48EF4BA8-C430-5A43-86EE-F0FA0208F2E5}" destId="{57ED7292-DE64-0641-B2F1-6178BE6A5127}" srcOrd="14" destOrd="0" presId="urn:microsoft.com/office/officeart/2016/7/layout/RepeatingBendingProcessNew"/>
    <dgm:cxn modelId="{E87EC300-2463-8F46-87F5-C6E6ECA9E331}" type="presParOf" srcId="{48EF4BA8-C430-5A43-86EE-F0FA0208F2E5}" destId="{53A3A125-90EA-A046-970E-6BAB7C9B73DE}" srcOrd="15" destOrd="0" presId="urn:microsoft.com/office/officeart/2016/7/layout/RepeatingBendingProcessNew"/>
    <dgm:cxn modelId="{36B81067-DADB-A749-A136-39BD95843003}" type="presParOf" srcId="{53A3A125-90EA-A046-970E-6BAB7C9B73DE}" destId="{4B2C4F99-8191-334B-9523-11A2EBEAC3F4}" srcOrd="0" destOrd="0" presId="urn:microsoft.com/office/officeart/2016/7/layout/RepeatingBendingProcessNew"/>
    <dgm:cxn modelId="{5DC5C613-C409-4449-AAEC-5E7D7B17E50F}" type="presParOf" srcId="{48EF4BA8-C430-5A43-86EE-F0FA0208F2E5}" destId="{02D8132E-2E07-9F43-812C-B8D44F44FD70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1DAA91-DC85-4780-A05B-DACC71DD7BC8}" type="doc">
      <dgm:prSet loTypeId="urn:microsoft.com/office/officeart/2016/7/layout/RepeatingBendingProcessNew" loCatId="process" qsTypeId="urn:microsoft.com/office/officeart/2005/8/quickstyle/simple5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41CD9633-E991-42C5-A7D0-EF572A1C7FA1}">
      <dgm:prSet/>
      <dgm:spPr/>
      <dgm:t>
        <a:bodyPr/>
        <a:lstStyle/>
        <a:p>
          <a:r>
            <a:rPr lang="hu-HU" b="1" i="0" baseline="0" dirty="0"/>
            <a:t>Mi az a JIRA?</a:t>
          </a:r>
          <a:endParaRPr lang="en-US" dirty="0"/>
        </a:p>
      </dgm:t>
    </dgm:pt>
    <dgm:pt modelId="{C4E0B1E0-85CE-497E-B662-95F15134C43C}" type="parTrans" cxnId="{BB800517-7761-42D6-805B-B150A57CB352}">
      <dgm:prSet/>
      <dgm:spPr/>
      <dgm:t>
        <a:bodyPr/>
        <a:lstStyle/>
        <a:p>
          <a:endParaRPr lang="en-US"/>
        </a:p>
      </dgm:t>
    </dgm:pt>
    <dgm:pt modelId="{A674427E-5139-4ED3-8AA6-E596ABF1854D}" type="sibTrans" cxnId="{BB800517-7761-42D6-805B-B150A57CB352}">
      <dgm:prSet/>
      <dgm:spPr/>
      <dgm:t>
        <a:bodyPr/>
        <a:lstStyle/>
        <a:p>
          <a:endParaRPr lang="en-US"/>
        </a:p>
      </dgm:t>
    </dgm:pt>
    <dgm:pt modelId="{FA7D70AA-B454-41CC-A9EB-5F0B993675BE}">
      <dgm:prSet/>
      <dgm:spPr/>
      <dgm:t>
        <a:bodyPr/>
        <a:lstStyle/>
        <a:p>
          <a:r>
            <a:rPr lang="hu-HU" b="0" i="0" u="none" dirty="0"/>
            <a:t>Az </a:t>
          </a:r>
          <a:r>
            <a:rPr lang="hu-HU" b="1" i="0" u="none" dirty="0" err="1"/>
            <a:t>Atlassian</a:t>
          </a:r>
          <a:r>
            <a:rPr lang="hu-HU" b="0" i="0" u="none" dirty="0"/>
            <a:t> által fejlesztett projektmenedzsment és hibakövető eszköz</a:t>
          </a:r>
          <a:endParaRPr lang="en-US" dirty="0"/>
        </a:p>
      </dgm:t>
    </dgm:pt>
    <dgm:pt modelId="{13690B66-A975-4402-80D8-9D3A5388BE8B}" type="parTrans" cxnId="{8D2CF95B-AD5C-4474-BA04-710895808D58}">
      <dgm:prSet/>
      <dgm:spPr/>
      <dgm:t>
        <a:bodyPr/>
        <a:lstStyle/>
        <a:p>
          <a:endParaRPr lang="en-US"/>
        </a:p>
      </dgm:t>
    </dgm:pt>
    <dgm:pt modelId="{E5DF47D3-6A0F-41C1-B4AD-71911900CE54}" type="sibTrans" cxnId="{8D2CF95B-AD5C-4474-BA04-710895808D58}">
      <dgm:prSet/>
      <dgm:spPr/>
      <dgm:t>
        <a:bodyPr/>
        <a:lstStyle/>
        <a:p>
          <a:endParaRPr lang="en-US"/>
        </a:p>
      </dgm:t>
    </dgm:pt>
    <dgm:pt modelId="{0D4BF675-6525-4B89-B4A6-2543D0B27822}">
      <dgm:prSet/>
      <dgm:spPr/>
      <dgm:t>
        <a:bodyPr/>
        <a:lstStyle/>
        <a:p>
          <a:r>
            <a:rPr lang="hu-HU" b="0" i="0" u="none" dirty="0"/>
            <a:t>IT, hálózati és fejlesztési projektek tervezésére, és dokumentálására használható</a:t>
          </a:r>
          <a:endParaRPr lang="en-US" dirty="0"/>
        </a:p>
      </dgm:t>
    </dgm:pt>
    <dgm:pt modelId="{9FE9357E-F389-46B4-861E-A33E1C80154A}" type="parTrans" cxnId="{4CBCDE62-1BF6-489A-905A-399EA6E6D60D}">
      <dgm:prSet/>
      <dgm:spPr/>
      <dgm:t>
        <a:bodyPr/>
        <a:lstStyle/>
        <a:p>
          <a:endParaRPr lang="en-US"/>
        </a:p>
      </dgm:t>
    </dgm:pt>
    <dgm:pt modelId="{CDD8C3E5-5CFF-49FD-8559-9B81CEE0D8C3}" type="sibTrans" cxnId="{4CBCDE62-1BF6-489A-905A-399EA6E6D60D}">
      <dgm:prSet/>
      <dgm:spPr/>
      <dgm:t>
        <a:bodyPr/>
        <a:lstStyle/>
        <a:p>
          <a:endParaRPr lang="en-US"/>
        </a:p>
      </dgm:t>
    </dgm:pt>
    <dgm:pt modelId="{DE4FC485-D25B-4DD6-999F-A69036ADE790}">
      <dgm:prSet/>
      <dgm:spPr/>
      <dgm:t>
        <a:bodyPr/>
        <a:lstStyle/>
        <a:p>
          <a:r>
            <a:rPr lang="hu-HU" b="1" i="0" baseline="0"/>
            <a:t>Mire használjuk?</a:t>
          </a:r>
          <a:endParaRPr lang="en-US"/>
        </a:p>
      </dgm:t>
    </dgm:pt>
    <dgm:pt modelId="{FF2F8B40-EE55-4E6D-91AA-A8A05FB6852F}" type="parTrans" cxnId="{67E813CD-D715-429B-B124-C6C03AFDCB04}">
      <dgm:prSet/>
      <dgm:spPr/>
      <dgm:t>
        <a:bodyPr/>
        <a:lstStyle/>
        <a:p>
          <a:endParaRPr lang="en-US"/>
        </a:p>
      </dgm:t>
    </dgm:pt>
    <dgm:pt modelId="{13988BA2-1FD9-47B0-B5AA-A5966313CF2B}" type="sibTrans" cxnId="{67E813CD-D715-429B-B124-C6C03AFDCB04}">
      <dgm:prSet/>
      <dgm:spPr/>
      <dgm:t>
        <a:bodyPr/>
        <a:lstStyle/>
        <a:p>
          <a:endParaRPr lang="en-US"/>
        </a:p>
      </dgm:t>
    </dgm:pt>
    <dgm:pt modelId="{677F0A68-1674-4944-9CAF-EFE8A0A9835E}">
      <dgm:prSet/>
      <dgm:spPr/>
      <dgm:t>
        <a:bodyPr/>
        <a:lstStyle/>
        <a:p>
          <a:r>
            <a:rPr lang="hu-HU" b="0" i="0" u="none" dirty="0"/>
            <a:t>Feladatok kiosztása, státuszkövetés („</a:t>
          </a:r>
          <a:r>
            <a:rPr lang="hu-HU" b="0" i="0" u="none" dirty="0" err="1"/>
            <a:t>To</a:t>
          </a:r>
          <a:r>
            <a:rPr lang="hu-HU" b="0" i="0" u="none" dirty="0"/>
            <a:t> </a:t>
          </a:r>
          <a:r>
            <a:rPr lang="hu-HU" b="0" i="0" u="none" dirty="0" err="1"/>
            <a:t>do</a:t>
          </a:r>
          <a:r>
            <a:rPr lang="hu-HU" b="0" i="0" u="none" dirty="0"/>
            <a:t> – In </a:t>
          </a:r>
          <a:r>
            <a:rPr lang="hu-HU" b="0" i="0" u="none" dirty="0" err="1"/>
            <a:t>progress</a:t>
          </a:r>
          <a:r>
            <a:rPr lang="hu-HU" b="0" i="0" u="none" dirty="0"/>
            <a:t> – </a:t>
          </a:r>
          <a:r>
            <a:rPr lang="hu-HU" b="0" i="0" u="none" dirty="0" err="1"/>
            <a:t>Done</a:t>
          </a:r>
          <a:r>
            <a:rPr lang="hu-HU" b="0" i="0" u="none" dirty="0"/>
            <a:t>”)</a:t>
          </a:r>
          <a:endParaRPr lang="en-US" dirty="0"/>
        </a:p>
      </dgm:t>
    </dgm:pt>
    <dgm:pt modelId="{822275C3-1E43-4F03-A87F-86A2F2BB62EB}" type="parTrans" cxnId="{2D814019-688F-4443-A9D3-E6041951CD4E}">
      <dgm:prSet/>
      <dgm:spPr/>
      <dgm:t>
        <a:bodyPr/>
        <a:lstStyle/>
        <a:p>
          <a:endParaRPr lang="en-US"/>
        </a:p>
      </dgm:t>
    </dgm:pt>
    <dgm:pt modelId="{3E843551-DBB2-4B8C-8B34-E8162CADE697}" type="sibTrans" cxnId="{2D814019-688F-4443-A9D3-E6041951CD4E}">
      <dgm:prSet/>
      <dgm:spPr/>
      <dgm:t>
        <a:bodyPr/>
        <a:lstStyle/>
        <a:p>
          <a:endParaRPr lang="en-US"/>
        </a:p>
      </dgm:t>
    </dgm:pt>
    <dgm:pt modelId="{49C6405D-BEBA-40D1-885B-59503EB9E866}">
      <dgm:prSet/>
      <dgm:spPr/>
      <dgm:t>
        <a:bodyPr/>
        <a:lstStyle/>
        <a:p>
          <a:r>
            <a:rPr lang="hu-HU" b="0" i="0" u="none" dirty="0"/>
            <a:t>Csapatmunka koordinálása és határidők kezelése</a:t>
          </a:r>
          <a:endParaRPr lang="en-US" dirty="0"/>
        </a:p>
      </dgm:t>
    </dgm:pt>
    <dgm:pt modelId="{5A2FD017-C747-45B0-A717-C11C011332D6}" type="parTrans" cxnId="{857317FB-A4C9-4BB5-9CDF-35FF2E5791BC}">
      <dgm:prSet/>
      <dgm:spPr/>
      <dgm:t>
        <a:bodyPr/>
        <a:lstStyle/>
        <a:p>
          <a:endParaRPr lang="en-US"/>
        </a:p>
      </dgm:t>
    </dgm:pt>
    <dgm:pt modelId="{9D504603-CF09-4F66-972A-314C0BDC4AB2}" type="sibTrans" cxnId="{857317FB-A4C9-4BB5-9CDF-35FF2E5791BC}">
      <dgm:prSet/>
      <dgm:spPr/>
      <dgm:t>
        <a:bodyPr/>
        <a:lstStyle/>
        <a:p>
          <a:endParaRPr lang="en-US"/>
        </a:p>
      </dgm:t>
    </dgm:pt>
    <dgm:pt modelId="{F3502EE2-D26C-47DD-8AF7-80A2C7B89D33}">
      <dgm:prSet/>
      <dgm:spPr/>
      <dgm:t>
        <a:bodyPr/>
        <a:lstStyle/>
        <a:p>
          <a:r>
            <a:rPr lang="hu-HU"/>
            <a:t>Előnyei:</a:t>
          </a:r>
          <a:endParaRPr lang="en-US"/>
        </a:p>
      </dgm:t>
    </dgm:pt>
    <dgm:pt modelId="{40E74702-D2CE-4FFC-AE48-C5224884A36A}" type="parTrans" cxnId="{3B3B9433-B12A-4EC7-AA1C-195D27819A6B}">
      <dgm:prSet/>
      <dgm:spPr/>
      <dgm:t>
        <a:bodyPr/>
        <a:lstStyle/>
        <a:p>
          <a:endParaRPr lang="en-US"/>
        </a:p>
      </dgm:t>
    </dgm:pt>
    <dgm:pt modelId="{04C07032-C590-4D97-98A8-B737C5F2B8D5}" type="sibTrans" cxnId="{3B3B9433-B12A-4EC7-AA1C-195D27819A6B}">
      <dgm:prSet/>
      <dgm:spPr/>
      <dgm:t>
        <a:bodyPr/>
        <a:lstStyle/>
        <a:p>
          <a:endParaRPr lang="en-US"/>
        </a:p>
      </dgm:t>
    </dgm:pt>
    <dgm:pt modelId="{781E560F-1949-452E-82C9-1E22EBE3899E}">
      <dgm:prSet/>
      <dgm:spPr/>
      <dgm:t>
        <a:bodyPr/>
        <a:lstStyle/>
        <a:p>
          <a:r>
            <a:rPr lang="hu-HU" b="0" i="0" u="none" dirty="0"/>
            <a:t>Átlátható feladat- és időkezelés (Kanban vagy </a:t>
          </a:r>
          <a:r>
            <a:rPr lang="hu-HU" b="0" i="0" u="none" dirty="0" err="1"/>
            <a:t>Scrum</a:t>
          </a:r>
          <a:r>
            <a:rPr lang="hu-HU" b="0" i="0" u="none" dirty="0"/>
            <a:t> táblák)</a:t>
          </a:r>
          <a:endParaRPr lang="en-US" dirty="0"/>
        </a:p>
      </dgm:t>
    </dgm:pt>
    <dgm:pt modelId="{8C9F0673-0E91-4F64-A09D-444AD2D114E1}" type="parTrans" cxnId="{C9A1E137-18A3-42AF-9306-F828EC6264AE}">
      <dgm:prSet/>
      <dgm:spPr/>
      <dgm:t>
        <a:bodyPr/>
        <a:lstStyle/>
        <a:p>
          <a:endParaRPr lang="en-US"/>
        </a:p>
      </dgm:t>
    </dgm:pt>
    <dgm:pt modelId="{3158441D-4AC1-4829-A8C1-80BAA376F11A}" type="sibTrans" cxnId="{C9A1E137-18A3-42AF-9306-F828EC6264AE}">
      <dgm:prSet/>
      <dgm:spPr/>
      <dgm:t>
        <a:bodyPr/>
        <a:lstStyle/>
        <a:p>
          <a:endParaRPr lang="en-US"/>
        </a:p>
      </dgm:t>
    </dgm:pt>
    <dgm:pt modelId="{4B7B0D2D-939F-4359-ADB9-3FDF1F2D25F2}">
      <dgm:prSet/>
      <dgm:spPr/>
      <dgm:t>
        <a:bodyPr/>
        <a:lstStyle/>
        <a:p>
          <a:r>
            <a:rPr lang="hu-HU" b="0" i="0" u="none" dirty="0"/>
            <a:t>Minden változtatás dokumentált és visszakövethető</a:t>
          </a:r>
          <a:endParaRPr lang="en-US" dirty="0"/>
        </a:p>
      </dgm:t>
    </dgm:pt>
    <dgm:pt modelId="{AFCC82F4-D891-4769-BCB0-F38978CB93A3}" type="parTrans" cxnId="{FD94FDBB-95E3-4BA8-B126-7BB1E1A9B988}">
      <dgm:prSet/>
      <dgm:spPr/>
      <dgm:t>
        <a:bodyPr/>
        <a:lstStyle/>
        <a:p>
          <a:endParaRPr lang="en-US"/>
        </a:p>
      </dgm:t>
    </dgm:pt>
    <dgm:pt modelId="{5FBC3E96-AEC8-4F21-B559-800FF558D8EF}" type="sibTrans" cxnId="{FD94FDBB-95E3-4BA8-B126-7BB1E1A9B988}">
      <dgm:prSet/>
      <dgm:spPr/>
      <dgm:t>
        <a:bodyPr/>
        <a:lstStyle/>
        <a:p>
          <a:endParaRPr lang="en-US"/>
        </a:p>
      </dgm:t>
    </dgm:pt>
    <dgm:pt modelId="{592DF794-DEDC-F548-9D6D-7A30973F03E7}" type="pres">
      <dgm:prSet presAssocID="{AA1DAA91-DC85-4780-A05B-DACC71DD7BC8}" presName="Name0" presStyleCnt="0">
        <dgm:presLayoutVars>
          <dgm:dir/>
          <dgm:resizeHandles val="exact"/>
        </dgm:presLayoutVars>
      </dgm:prSet>
      <dgm:spPr/>
    </dgm:pt>
    <dgm:pt modelId="{0CD34403-7CD6-9E41-A7F2-9F498F614F5C}" type="pres">
      <dgm:prSet presAssocID="{41CD9633-E991-42C5-A7D0-EF572A1C7FA1}" presName="node" presStyleLbl="node1" presStyleIdx="0" presStyleCnt="9">
        <dgm:presLayoutVars>
          <dgm:bulletEnabled val="1"/>
        </dgm:presLayoutVars>
      </dgm:prSet>
      <dgm:spPr/>
    </dgm:pt>
    <dgm:pt modelId="{CDB278C1-C734-A545-A812-C51FD995D665}" type="pres">
      <dgm:prSet presAssocID="{A674427E-5139-4ED3-8AA6-E596ABF1854D}" presName="sibTrans" presStyleLbl="sibTrans1D1" presStyleIdx="0" presStyleCnt="8"/>
      <dgm:spPr/>
    </dgm:pt>
    <dgm:pt modelId="{407C10F3-7BFB-3445-A291-0CBC436E8FF9}" type="pres">
      <dgm:prSet presAssocID="{A674427E-5139-4ED3-8AA6-E596ABF1854D}" presName="connectorText" presStyleLbl="sibTrans1D1" presStyleIdx="0" presStyleCnt="8"/>
      <dgm:spPr/>
    </dgm:pt>
    <dgm:pt modelId="{C35B706F-2B7C-F248-AD13-2DFF5D3205D1}" type="pres">
      <dgm:prSet presAssocID="{FA7D70AA-B454-41CC-A9EB-5F0B993675BE}" presName="node" presStyleLbl="node1" presStyleIdx="1" presStyleCnt="9">
        <dgm:presLayoutVars>
          <dgm:bulletEnabled val="1"/>
        </dgm:presLayoutVars>
      </dgm:prSet>
      <dgm:spPr/>
    </dgm:pt>
    <dgm:pt modelId="{7535E97C-79F3-4C4E-8BED-4DCD4FC8F892}" type="pres">
      <dgm:prSet presAssocID="{E5DF47D3-6A0F-41C1-B4AD-71911900CE54}" presName="sibTrans" presStyleLbl="sibTrans1D1" presStyleIdx="1" presStyleCnt="8"/>
      <dgm:spPr/>
    </dgm:pt>
    <dgm:pt modelId="{7D45E60C-E3AC-8745-869C-3A3016466A00}" type="pres">
      <dgm:prSet presAssocID="{E5DF47D3-6A0F-41C1-B4AD-71911900CE54}" presName="connectorText" presStyleLbl="sibTrans1D1" presStyleIdx="1" presStyleCnt="8"/>
      <dgm:spPr/>
    </dgm:pt>
    <dgm:pt modelId="{1BA3D07A-FD6D-9045-8E03-F049E37DC985}" type="pres">
      <dgm:prSet presAssocID="{0D4BF675-6525-4B89-B4A6-2543D0B27822}" presName="node" presStyleLbl="node1" presStyleIdx="2" presStyleCnt="9">
        <dgm:presLayoutVars>
          <dgm:bulletEnabled val="1"/>
        </dgm:presLayoutVars>
      </dgm:prSet>
      <dgm:spPr/>
    </dgm:pt>
    <dgm:pt modelId="{2F22E5E5-D216-2F4B-BF2D-1E0ED1779FB5}" type="pres">
      <dgm:prSet presAssocID="{CDD8C3E5-5CFF-49FD-8559-9B81CEE0D8C3}" presName="sibTrans" presStyleLbl="sibTrans1D1" presStyleIdx="2" presStyleCnt="8"/>
      <dgm:spPr/>
    </dgm:pt>
    <dgm:pt modelId="{C8DF1300-58BD-7448-8255-5FFF6F6BA25A}" type="pres">
      <dgm:prSet presAssocID="{CDD8C3E5-5CFF-49FD-8559-9B81CEE0D8C3}" presName="connectorText" presStyleLbl="sibTrans1D1" presStyleIdx="2" presStyleCnt="8"/>
      <dgm:spPr/>
    </dgm:pt>
    <dgm:pt modelId="{DAC30846-2C72-F54D-81F3-3D69B19B861E}" type="pres">
      <dgm:prSet presAssocID="{DE4FC485-D25B-4DD6-999F-A69036ADE790}" presName="node" presStyleLbl="node1" presStyleIdx="3" presStyleCnt="9">
        <dgm:presLayoutVars>
          <dgm:bulletEnabled val="1"/>
        </dgm:presLayoutVars>
      </dgm:prSet>
      <dgm:spPr/>
    </dgm:pt>
    <dgm:pt modelId="{5218C05F-79AC-5F41-A439-C583CC0E9813}" type="pres">
      <dgm:prSet presAssocID="{13988BA2-1FD9-47B0-B5AA-A5966313CF2B}" presName="sibTrans" presStyleLbl="sibTrans1D1" presStyleIdx="3" presStyleCnt="8"/>
      <dgm:spPr/>
    </dgm:pt>
    <dgm:pt modelId="{3E8B74AC-02CA-3148-B271-435F43140980}" type="pres">
      <dgm:prSet presAssocID="{13988BA2-1FD9-47B0-B5AA-A5966313CF2B}" presName="connectorText" presStyleLbl="sibTrans1D1" presStyleIdx="3" presStyleCnt="8"/>
      <dgm:spPr/>
    </dgm:pt>
    <dgm:pt modelId="{48C0A2EF-DDCA-1647-84A6-DC26CBE6D7F7}" type="pres">
      <dgm:prSet presAssocID="{677F0A68-1674-4944-9CAF-EFE8A0A9835E}" presName="node" presStyleLbl="node1" presStyleIdx="4" presStyleCnt="9">
        <dgm:presLayoutVars>
          <dgm:bulletEnabled val="1"/>
        </dgm:presLayoutVars>
      </dgm:prSet>
      <dgm:spPr/>
    </dgm:pt>
    <dgm:pt modelId="{38AF69FB-6362-4046-9FF1-B651085A018F}" type="pres">
      <dgm:prSet presAssocID="{3E843551-DBB2-4B8C-8B34-E8162CADE697}" presName="sibTrans" presStyleLbl="sibTrans1D1" presStyleIdx="4" presStyleCnt="8"/>
      <dgm:spPr/>
    </dgm:pt>
    <dgm:pt modelId="{45FF6EA0-8AAF-274D-A101-578BC165717F}" type="pres">
      <dgm:prSet presAssocID="{3E843551-DBB2-4B8C-8B34-E8162CADE697}" presName="connectorText" presStyleLbl="sibTrans1D1" presStyleIdx="4" presStyleCnt="8"/>
      <dgm:spPr/>
    </dgm:pt>
    <dgm:pt modelId="{E94C4A7A-6D64-3B40-A836-A790A761E793}" type="pres">
      <dgm:prSet presAssocID="{49C6405D-BEBA-40D1-885B-59503EB9E866}" presName="node" presStyleLbl="node1" presStyleIdx="5" presStyleCnt="9">
        <dgm:presLayoutVars>
          <dgm:bulletEnabled val="1"/>
        </dgm:presLayoutVars>
      </dgm:prSet>
      <dgm:spPr/>
    </dgm:pt>
    <dgm:pt modelId="{20050EEE-8171-6642-BC7F-9007522803B1}" type="pres">
      <dgm:prSet presAssocID="{9D504603-CF09-4F66-972A-314C0BDC4AB2}" presName="sibTrans" presStyleLbl="sibTrans1D1" presStyleIdx="5" presStyleCnt="8"/>
      <dgm:spPr/>
    </dgm:pt>
    <dgm:pt modelId="{53D54637-C97E-2948-B0EC-E9E790A79802}" type="pres">
      <dgm:prSet presAssocID="{9D504603-CF09-4F66-972A-314C0BDC4AB2}" presName="connectorText" presStyleLbl="sibTrans1D1" presStyleIdx="5" presStyleCnt="8"/>
      <dgm:spPr/>
    </dgm:pt>
    <dgm:pt modelId="{CC3A8473-71D7-F14A-A0B0-3EBCA439D55C}" type="pres">
      <dgm:prSet presAssocID="{F3502EE2-D26C-47DD-8AF7-80A2C7B89D33}" presName="node" presStyleLbl="node1" presStyleIdx="6" presStyleCnt="9">
        <dgm:presLayoutVars>
          <dgm:bulletEnabled val="1"/>
        </dgm:presLayoutVars>
      </dgm:prSet>
      <dgm:spPr/>
    </dgm:pt>
    <dgm:pt modelId="{DDDD4601-9995-1A41-ADF6-698A9ACCFACE}" type="pres">
      <dgm:prSet presAssocID="{04C07032-C590-4D97-98A8-B737C5F2B8D5}" presName="sibTrans" presStyleLbl="sibTrans1D1" presStyleIdx="6" presStyleCnt="8"/>
      <dgm:spPr/>
    </dgm:pt>
    <dgm:pt modelId="{DDB5716A-F1CE-8A42-A797-A8198834F3C7}" type="pres">
      <dgm:prSet presAssocID="{04C07032-C590-4D97-98A8-B737C5F2B8D5}" presName="connectorText" presStyleLbl="sibTrans1D1" presStyleIdx="6" presStyleCnt="8"/>
      <dgm:spPr/>
    </dgm:pt>
    <dgm:pt modelId="{7A68D5EC-120F-494F-822F-0B1435490CC2}" type="pres">
      <dgm:prSet presAssocID="{781E560F-1949-452E-82C9-1E22EBE3899E}" presName="node" presStyleLbl="node1" presStyleIdx="7" presStyleCnt="9">
        <dgm:presLayoutVars>
          <dgm:bulletEnabled val="1"/>
        </dgm:presLayoutVars>
      </dgm:prSet>
      <dgm:spPr/>
    </dgm:pt>
    <dgm:pt modelId="{6DEBD447-376D-B24A-ADC0-3443B2DBBA45}" type="pres">
      <dgm:prSet presAssocID="{3158441D-4AC1-4829-A8C1-80BAA376F11A}" presName="sibTrans" presStyleLbl="sibTrans1D1" presStyleIdx="7" presStyleCnt="8"/>
      <dgm:spPr/>
    </dgm:pt>
    <dgm:pt modelId="{2FEFDA63-550C-E848-8070-4256A5D80B15}" type="pres">
      <dgm:prSet presAssocID="{3158441D-4AC1-4829-A8C1-80BAA376F11A}" presName="connectorText" presStyleLbl="sibTrans1D1" presStyleIdx="7" presStyleCnt="8"/>
      <dgm:spPr/>
    </dgm:pt>
    <dgm:pt modelId="{8B2EB3C8-F4AB-8B4E-84DA-91C11D7D509B}" type="pres">
      <dgm:prSet presAssocID="{4B7B0D2D-939F-4359-ADB9-3FDF1F2D25F2}" presName="node" presStyleLbl="node1" presStyleIdx="8" presStyleCnt="9">
        <dgm:presLayoutVars>
          <dgm:bulletEnabled val="1"/>
        </dgm:presLayoutVars>
      </dgm:prSet>
      <dgm:spPr/>
    </dgm:pt>
  </dgm:ptLst>
  <dgm:cxnLst>
    <dgm:cxn modelId="{E8E5D30B-6800-C641-A199-B19B2796C344}" type="presOf" srcId="{3E843551-DBB2-4B8C-8B34-E8162CADE697}" destId="{38AF69FB-6362-4046-9FF1-B651085A018F}" srcOrd="0" destOrd="0" presId="urn:microsoft.com/office/officeart/2016/7/layout/RepeatingBendingProcessNew"/>
    <dgm:cxn modelId="{4F93590E-47D0-5047-B3F7-1DBEE9A60772}" type="presOf" srcId="{FA7D70AA-B454-41CC-A9EB-5F0B993675BE}" destId="{C35B706F-2B7C-F248-AD13-2DFF5D3205D1}" srcOrd="0" destOrd="0" presId="urn:microsoft.com/office/officeart/2016/7/layout/RepeatingBendingProcessNew"/>
    <dgm:cxn modelId="{BB800517-7761-42D6-805B-B150A57CB352}" srcId="{AA1DAA91-DC85-4780-A05B-DACC71DD7BC8}" destId="{41CD9633-E991-42C5-A7D0-EF572A1C7FA1}" srcOrd="0" destOrd="0" parTransId="{C4E0B1E0-85CE-497E-B662-95F15134C43C}" sibTransId="{A674427E-5139-4ED3-8AA6-E596ABF1854D}"/>
    <dgm:cxn modelId="{A2815E17-2223-DE4D-A643-9D9BF3CF4601}" type="presOf" srcId="{CDD8C3E5-5CFF-49FD-8559-9B81CEE0D8C3}" destId="{2F22E5E5-D216-2F4B-BF2D-1E0ED1779FB5}" srcOrd="0" destOrd="0" presId="urn:microsoft.com/office/officeart/2016/7/layout/RepeatingBendingProcessNew"/>
    <dgm:cxn modelId="{2D814019-688F-4443-A9D3-E6041951CD4E}" srcId="{AA1DAA91-DC85-4780-A05B-DACC71DD7BC8}" destId="{677F0A68-1674-4944-9CAF-EFE8A0A9835E}" srcOrd="4" destOrd="0" parTransId="{822275C3-1E43-4F03-A87F-86A2F2BB62EB}" sibTransId="{3E843551-DBB2-4B8C-8B34-E8162CADE697}"/>
    <dgm:cxn modelId="{FFC7EB24-E479-294A-A824-33734FBCE535}" type="presOf" srcId="{41CD9633-E991-42C5-A7D0-EF572A1C7FA1}" destId="{0CD34403-7CD6-9E41-A7F2-9F498F614F5C}" srcOrd="0" destOrd="0" presId="urn:microsoft.com/office/officeart/2016/7/layout/RepeatingBendingProcessNew"/>
    <dgm:cxn modelId="{D222B92B-2DEC-814B-99C3-8BF22993E961}" type="presOf" srcId="{AA1DAA91-DC85-4780-A05B-DACC71DD7BC8}" destId="{592DF794-DEDC-F548-9D6D-7A30973F03E7}" srcOrd="0" destOrd="0" presId="urn:microsoft.com/office/officeart/2016/7/layout/RepeatingBendingProcessNew"/>
    <dgm:cxn modelId="{3B3B9433-B12A-4EC7-AA1C-195D27819A6B}" srcId="{AA1DAA91-DC85-4780-A05B-DACC71DD7BC8}" destId="{F3502EE2-D26C-47DD-8AF7-80A2C7B89D33}" srcOrd="6" destOrd="0" parTransId="{40E74702-D2CE-4FFC-AE48-C5224884A36A}" sibTransId="{04C07032-C590-4D97-98A8-B737C5F2B8D5}"/>
    <dgm:cxn modelId="{C1672234-F3AE-9249-AAA0-9434B4F4DD0A}" type="presOf" srcId="{677F0A68-1674-4944-9CAF-EFE8A0A9835E}" destId="{48C0A2EF-DDCA-1647-84A6-DC26CBE6D7F7}" srcOrd="0" destOrd="0" presId="urn:microsoft.com/office/officeart/2016/7/layout/RepeatingBendingProcessNew"/>
    <dgm:cxn modelId="{C9A1E137-18A3-42AF-9306-F828EC6264AE}" srcId="{AA1DAA91-DC85-4780-A05B-DACC71DD7BC8}" destId="{781E560F-1949-452E-82C9-1E22EBE3899E}" srcOrd="7" destOrd="0" parTransId="{8C9F0673-0E91-4F64-A09D-444AD2D114E1}" sibTransId="{3158441D-4AC1-4829-A8C1-80BAA376F11A}"/>
    <dgm:cxn modelId="{1B97C43B-3B19-9942-852A-5580C3BE46F9}" type="presOf" srcId="{9D504603-CF09-4F66-972A-314C0BDC4AB2}" destId="{53D54637-C97E-2948-B0EC-E9E790A79802}" srcOrd="1" destOrd="0" presId="urn:microsoft.com/office/officeart/2016/7/layout/RepeatingBendingProcessNew"/>
    <dgm:cxn modelId="{8D2CF95B-AD5C-4474-BA04-710895808D58}" srcId="{AA1DAA91-DC85-4780-A05B-DACC71DD7BC8}" destId="{FA7D70AA-B454-41CC-A9EB-5F0B993675BE}" srcOrd="1" destOrd="0" parTransId="{13690B66-A975-4402-80D8-9D3A5388BE8B}" sibTransId="{E5DF47D3-6A0F-41C1-B4AD-71911900CE54}"/>
    <dgm:cxn modelId="{4CBCDE62-1BF6-489A-905A-399EA6E6D60D}" srcId="{AA1DAA91-DC85-4780-A05B-DACC71DD7BC8}" destId="{0D4BF675-6525-4B89-B4A6-2543D0B27822}" srcOrd="2" destOrd="0" parTransId="{9FE9357E-F389-46B4-861E-A33E1C80154A}" sibTransId="{CDD8C3E5-5CFF-49FD-8559-9B81CEE0D8C3}"/>
    <dgm:cxn modelId="{5FA50D76-E813-8149-984B-D0FAD4194488}" type="presOf" srcId="{3E843551-DBB2-4B8C-8B34-E8162CADE697}" destId="{45FF6EA0-8AAF-274D-A101-578BC165717F}" srcOrd="1" destOrd="0" presId="urn:microsoft.com/office/officeart/2016/7/layout/RepeatingBendingProcessNew"/>
    <dgm:cxn modelId="{3E2B7D7A-A5BC-FF4D-BC35-676B900890C3}" type="presOf" srcId="{E5DF47D3-6A0F-41C1-B4AD-71911900CE54}" destId="{7D45E60C-E3AC-8745-869C-3A3016466A00}" srcOrd="1" destOrd="0" presId="urn:microsoft.com/office/officeart/2016/7/layout/RepeatingBendingProcessNew"/>
    <dgm:cxn modelId="{C2B9E781-E6F6-1B4B-A89F-39E86DAEBC13}" type="presOf" srcId="{A674427E-5139-4ED3-8AA6-E596ABF1854D}" destId="{CDB278C1-C734-A545-A812-C51FD995D665}" srcOrd="0" destOrd="0" presId="urn:microsoft.com/office/officeart/2016/7/layout/RepeatingBendingProcessNew"/>
    <dgm:cxn modelId="{34F44E92-56C5-0C4D-81A7-FBE97B3B53EE}" type="presOf" srcId="{04C07032-C590-4D97-98A8-B737C5F2B8D5}" destId="{DDB5716A-F1CE-8A42-A797-A8198834F3C7}" srcOrd="1" destOrd="0" presId="urn:microsoft.com/office/officeart/2016/7/layout/RepeatingBendingProcessNew"/>
    <dgm:cxn modelId="{373BBFA0-A9B9-0041-9C6B-9B98ADBC6612}" type="presOf" srcId="{49C6405D-BEBA-40D1-885B-59503EB9E866}" destId="{E94C4A7A-6D64-3B40-A836-A790A761E793}" srcOrd="0" destOrd="0" presId="urn:microsoft.com/office/officeart/2016/7/layout/RepeatingBendingProcessNew"/>
    <dgm:cxn modelId="{A11178A1-2188-6A4F-B5FF-C5E20A1A77F0}" type="presOf" srcId="{0D4BF675-6525-4B89-B4A6-2543D0B27822}" destId="{1BA3D07A-FD6D-9045-8E03-F049E37DC985}" srcOrd="0" destOrd="0" presId="urn:microsoft.com/office/officeart/2016/7/layout/RepeatingBendingProcessNew"/>
    <dgm:cxn modelId="{42746EA4-2120-E74B-91FB-47B58EB5111C}" type="presOf" srcId="{A674427E-5139-4ED3-8AA6-E596ABF1854D}" destId="{407C10F3-7BFB-3445-A291-0CBC436E8FF9}" srcOrd="1" destOrd="0" presId="urn:microsoft.com/office/officeart/2016/7/layout/RepeatingBendingProcessNew"/>
    <dgm:cxn modelId="{AC9429AD-34BB-644C-BBAC-666B6CA04FED}" type="presOf" srcId="{781E560F-1949-452E-82C9-1E22EBE3899E}" destId="{7A68D5EC-120F-494F-822F-0B1435490CC2}" srcOrd="0" destOrd="0" presId="urn:microsoft.com/office/officeart/2016/7/layout/RepeatingBendingProcessNew"/>
    <dgm:cxn modelId="{CD2749AE-FD93-BC43-A56B-79FB9DE83106}" type="presOf" srcId="{4B7B0D2D-939F-4359-ADB9-3FDF1F2D25F2}" destId="{8B2EB3C8-F4AB-8B4E-84DA-91C11D7D509B}" srcOrd="0" destOrd="0" presId="urn:microsoft.com/office/officeart/2016/7/layout/RepeatingBendingProcessNew"/>
    <dgm:cxn modelId="{CA86C0BA-B063-3A41-94DA-BF91F613B182}" type="presOf" srcId="{E5DF47D3-6A0F-41C1-B4AD-71911900CE54}" destId="{7535E97C-79F3-4C4E-8BED-4DCD4FC8F892}" srcOrd="0" destOrd="0" presId="urn:microsoft.com/office/officeart/2016/7/layout/RepeatingBendingProcessNew"/>
    <dgm:cxn modelId="{BCDF37BB-6084-7A4C-A08B-D2C6C23BAFDF}" type="presOf" srcId="{13988BA2-1FD9-47B0-B5AA-A5966313CF2B}" destId="{3E8B74AC-02CA-3148-B271-435F43140980}" srcOrd="1" destOrd="0" presId="urn:microsoft.com/office/officeart/2016/7/layout/RepeatingBendingProcessNew"/>
    <dgm:cxn modelId="{FD94FDBB-95E3-4BA8-B126-7BB1E1A9B988}" srcId="{AA1DAA91-DC85-4780-A05B-DACC71DD7BC8}" destId="{4B7B0D2D-939F-4359-ADB9-3FDF1F2D25F2}" srcOrd="8" destOrd="0" parTransId="{AFCC82F4-D891-4769-BCB0-F38978CB93A3}" sibTransId="{5FBC3E96-AEC8-4F21-B559-800FF558D8EF}"/>
    <dgm:cxn modelId="{2EFF5EBD-EF73-7442-90F6-BAD1BB8A522D}" type="presOf" srcId="{13988BA2-1FD9-47B0-B5AA-A5966313CF2B}" destId="{5218C05F-79AC-5F41-A439-C583CC0E9813}" srcOrd="0" destOrd="0" presId="urn:microsoft.com/office/officeart/2016/7/layout/RepeatingBendingProcessNew"/>
    <dgm:cxn modelId="{5D74DFC7-4270-0A4D-A94C-D808ACB07B30}" type="presOf" srcId="{9D504603-CF09-4F66-972A-314C0BDC4AB2}" destId="{20050EEE-8171-6642-BC7F-9007522803B1}" srcOrd="0" destOrd="0" presId="urn:microsoft.com/office/officeart/2016/7/layout/RepeatingBendingProcessNew"/>
    <dgm:cxn modelId="{67E813CD-D715-429B-B124-C6C03AFDCB04}" srcId="{AA1DAA91-DC85-4780-A05B-DACC71DD7BC8}" destId="{DE4FC485-D25B-4DD6-999F-A69036ADE790}" srcOrd="3" destOrd="0" parTransId="{FF2F8B40-EE55-4E6D-91AA-A8A05FB6852F}" sibTransId="{13988BA2-1FD9-47B0-B5AA-A5966313CF2B}"/>
    <dgm:cxn modelId="{A61C2ED3-E24D-5645-8E4B-AFE93F554302}" type="presOf" srcId="{3158441D-4AC1-4829-A8C1-80BAA376F11A}" destId="{6DEBD447-376D-B24A-ADC0-3443B2DBBA45}" srcOrd="0" destOrd="0" presId="urn:microsoft.com/office/officeart/2016/7/layout/RepeatingBendingProcessNew"/>
    <dgm:cxn modelId="{BB7F6DD3-7F77-DA46-ADA0-5EB97CCA8D84}" type="presOf" srcId="{CDD8C3E5-5CFF-49FD-8559-9B81CEE0D8C3}" destId="{C8DF1300-58BD-7448-8255-5FFF6F6BA25A}" srcOrd="1" destOrd="0" presId="urn:microsoft.com/office/officeart/2016/7/layout/RepeatingBendingProcessNew"/>
    <dgm:cxn modelId="{69034EE3-62EE-FB43-8EF2-9EE94862F96D}" type="presOf" srcId="{04C07032-C590-4D97-98A8-B737C5F2B8D5}" destId="{DDDD4601-9995-1A41-ADF6-698A9ACCFACE}" srcOrd="0" destOrd="0" presId="urn:microsoft.com/office/officeart/2016/7/layout/RepeatingBendingProcessNew"/>
    <dgm:cxn modelId="{8D085BEE-2E24-C847-A5DA-9918D12DE531}" type="presOf" srcId="{F3502EE2-D26C-47DD-8AF7-80A2C7B89D33}" destId="{CC3A8473-71D7-F14A-A0B0-3EBCA439D55C}" srcOrd="0" destOrd="0" presId="urn:microsoft.com/office/officeart/2016/7/layout/RepeatingBendingProcessNew"/>
    <dgm:cxn modelId="{9429B0EF-FD68-BA49-B8A6-4FA69F92BC02}" type="presOf" srcId="{3158441D-4AC1-4829-A8C1-80BAA376F11A}" destId="{2FEFDA63-550C-E848-8070-4256A5D80B15}" srcOrd="1" destOrd="0" presId="urn:microsoft.com/office/officeart/2016/7/layout/RepeatingBendingProcessNew"/>
    <dgm:cxn modelId="{A81A83FA-39B1-F14F-85A6-EA1F17E96E64}" type="presOf" srcId="{DE4FC485-D25B-4DD6-999F-A69036ADE790}" destId="{DAC30846-2C72-F54D-81F3-3D69B19B861E}" srcOrd="0" destOrd="0" presId="urn:microsoft.com/office/officeart/2016/7/layout/RepeatingBendingProcessNew"/>
    <dgm:cxn modelId="{857317FB-A4C9-4BB5-9CDF-35FF2E5791BC}" srcId="{AA1DAA91-DC85-4780-A05B-DACC71DD7BC8}" destId="{49C6405D-BEBA-40D1-885B-59503EB9E866}" srcOrd="5" destOrd="0" parTransId="{5A2FD017-C747-45B0-A717-C11C011332D6}" sibTransId="{9D504603-CF09-4F66-972A-314C0BDC4AB2}"/>
    <dgm:cxn modelId="{58C24D05-F34F-B54A-A92D-9D03E399C327}" type="presParOf" srcId="{592DF794-DEDC-F548-9D6D-7A30973F03E7}" destId="{0CD34403-7CD6-9E41-A7F2-9F498F614F5C}" srcOrd="0" destOrd="0" presId="urn:microsoft.com/office/officeart/2016/7/layout/RepeatingBendingProcessNew"/>
    <dgm:cxn modelId="{15CDFAE7-F558-A345-B53F-CA530AB5D8C2}" type="presParOf" srcId="{592DF794-DEDC-F548-9D6D-7A30973F03E7}" destId="{CDB278C1-C734-A545-A812-C51FD995D665}" srcOrd="1" destOrd="0" presId="urn:microsoft.com/office/officeart/2016/7/layout/RepeatingBendingProcessNew"/>
    <dgm:cxn modelId="{D5A4392E-FA9B-2647-8C67-BDBF5811A2CD}" type="presParOf" srcId="{CDB278C1-C734-A545-A812-C51FD995D665}" destId="{407C10F3-7BFB-3445-A291-0CBC436E8FF9}" srcOrd="0" destOrd="0" presId="urn:microsoft.com/office/officeart/2016/7/layout/RepeatingBendingProcessNew"/>
    <dgm:cxn modelId="{5155ADE5-30CA-AA43-8871-F01AD14E6474}" type="presParOf" srcId="{592DF794-DEDC-F548-9D6D-7A30973F03E7}" destId="{C35B706F-2B7C-F248-AD13-2DFF5D3205D1}" srcOrd="2" destOrd="0" presId="urn:microsoft.com/office/officeart/2016/7/layout/RepeatingBendingProcessNew"/>
    <dgm:cxn modelId="{C32C8301-343B-B948-BBA5-784EDF8B455E}" type="presParOf" srcId="{592DF794-DEDC-F548-9D6D-7A30973F03E7}" destId="{7535E97C-79F3-4C4E-8BED-4DCD4FC8F892}" srcOrd="3" destOrd="0" presId="urn:microsoft.com/office/officeart/2016/7/layout/RepeatingBendingProcessNew"/>
    <dgm:cxn modelId="{1A8BAC4A-0136-5640-9414-F10299CE3B26}" type="presParOf" srcId="{7535E97C-79F3-4C4E-8BED-4DCD4FC8F892}" destId="{7D45E60C-E3AC-8745-869C-3A3016466A00}" srcOrd="0" destOrd="0" presId="urn:microsoft.com/office/officeart/2016/7/layout/RepeatingBendingProcessNew"/>
    <dgm:cxn modelId="{A489DF04-3088-1F4C-ADCD-C596D8E1A607}" type="presParOf" srcId="{592DF794-DEDC-F548-9D6D-7A30973F03E7}" destId="{1BA3D07A-FD6D-9045-8E03-F049E37DC985}" srcOrd="4" destOrd="0" presId="urn:microsoft.com/office/officeart/2016/7/layout/RepeatingBendingProcessNew"/>
    <dgm:cxn modelId="{11DE8A59-E5CA-E841-B3D5-66892F5C03F8}" type="presParOf" srcId="{592DF794-DEDC-F548-9D6D-7A30973F03E7}" destId="{2F22E5E5-D216-2F4B-BF2D-1E0ED1779FB5}" srcOrd="5" destOrd="0" presId="urn:microsoft.com/office/officeart/2016/7/layout/RepeatingBendingProcessNew"/>
    <dgm:cxn modelId="{ACE16134-E021-6E45-8ECC-DE0AAE633796}" type="presParOf" srcId="{2F22E5E5-D216-2F4B-BF2D-1E0ED1779FB5}" destId="{C8DF1300-58BD-7448-8255-5FFF6F6BA25A}" srcOrd="0" destOrd="0" presId="urn:microsoft.com/office/officeart/2016/7/layout/RepeatingBendingProcessNew"/>
    <dgm:cxn modelId="{7DA95A00-FB45-1E45-8E8C-02E5FBA63701}" type="presParOf" srcId="{592DF794-DEDC-F548-9D6D-7A30973F03E7}" destId="{DAC30846-2C72-F54D-81F3-3D69B19B861E}" srcOrd="6" destOrd="0" presId="urn:microsoft.com/office/officeart/2016/7/layout/RepeatingBendingProcessNew"/>
    <dgm:cxn modelId="{BF877FAC-AD27-544C-9EE5-630E81059BBA}" type="presParOf" srcId="{592DF794-DEDC-F548-9D6D-7A30973F03E7}" destId="{5218C05F-79AC-5F41-A439-C583CC0E9813}" srcOrd="7" destOrd="0" presId="urn:microsoft.com/office/officeart/2016/7/layout/RepeatingBendingProcessNew"/>
    <dgm:cxn modelId="{F54F832F-630A-8D45-8496-8BF3432F6A81}" type="presParOf" srcId="{5218C05F-79AC-5F41-A439-C583CC0E9813}" destId="{3E8B74AC-02CA-3148-B271-435F43140980}" srcOrd="0" destOrd="0" presId="urn:microsoft.com/office/officeart/2016/7/layout/RepeatingBendingProcessNew"/>
    <dgm:cxn modelId="{A964D10E-D8F2-8A49-810B-E342C5CACAED}" type="presParOf" srcId="{592DF794-DEDC-F548-9D6D-7A30973F03E7}" destId="{48C0A2EF-DDCA-1647-84A6-DC26CBE6D7F7}" srcOrd="8" destOrd="0" presId="urn:microsoft.com/office/officeart/2016/7/layout/RepeatingBendingProcessNew"/>
    <dgm:cxn modelId="{177A5A01-B790-9849-81E1-E75B94102E3D}" type="presParOf" srcId="{592DF794-DEDC-F548-9D6D-7A30973F03E7}" destId="{38AF69FB-6362-4046-9FF1-B651085A018F}" srcOrd="9" destOrd="0" presId="urn:microsoft.com/office/officeart/2016/7/layout/RepeatingBendingProcessNew"/>
    <dgm:cxn modelId="{0942D4C2-DE25-5B46-8922-60F18C6ED7DA}" type="presParOf" srcId="{38AF69FB-6362-4046-9FF1-B651085A018F}" destId="{45FF6EA0-8AAF-274D-A101-578BC165717F}" srcOrd="0" destOrd="0" presId="urn:microsoft.com/office/officeart/2016/7/layout/RepeatingBendingProcessNew"/>
    <dgm:cxn modelId="{0FB3DDCE-E0ED-4140-A88D-57A19EC4D81C}" type="presParOf" srcId="{592DF794-DEDC-F548-9D6D-7A30973F03E7}" destId="{E94C4A7A-6D64-3B40-A836-A790A761E793}" srcOrd="10" destOrd="0" presId="urn:microsoft.com/office/officeart/2016/7/layout/RepeatingBendingProcessNew"/>
    <dgm:cxn modelId="{94BEF6B9-0393-174F-BBF2-B2A2CDF6BCEF}" type="presParOf" srcId="{592DF794-DEDC-F548-9D6D-7A30973F03E7}" destId="{20050EEE-8171-6642-BC7F-9007522803B1}" srcOrd="11" destOrd="0" presId="urn:microsoft.com/office/officeart/2016/7/layout/RepeatingBendingProcessNew"/>
    <dgm:cxn modelId="{69131B55-0980-AB42-B56F-CC03E48C1A09}" type="presParOf" srcId="{20050EEE-8171-6642-BC7F-9007522803B1}" destId="{53D54637-C97E-2948-B0EC-E9E790A79802}" srcOrd="0" destOrd="0" presId="urn:microsoft.com/office/officeart/2016/7/layout/RepeatingBendingProcessNew"/>
    <dgm:cxn modelId="{EE0DDBF6-3A47-784A-96C9-9171E192DC7D}" type="presParOf" srcId="{592DF794-DEDC-F548-9D6D-7A30973F03E7}" destId="{CC3A8473-71D7-F14A-A0B0-3EBCA439D55C}" srcOrd="12" destOrd="0" presId="urn:microsoft.com/office/officeart/2016/7/layout/RepeatingBendingProcessNew"/>
    <dgm:cxn modelId="{23642044-C80D-5941-ACD7-9ECE14D16CF6}" type="presParOf" srcId="{592DF794-DEDC-F548-9D6D-7A30973F03E7}" destId="{DDDD4601-9995-1A41-ADF6-698A9ACCFACE}" srcOrd="13" destOrd="0" presId="urn:microsoft.com/office/officeart/2016/7/layout/RepeatingBendingProcessNew"/>
    <dgm:cxn modelId="{2FEB1B24-6940-8744-9807-ECD22CA924CE}" type="presParOf" srcId="{DDDD4601-9995-1A41-ADF6-698A9ACCFACE}" destId="{DDB5716A-F1CE-8A42-A797-A8198834F3C7}" srcOrd="0" destOrd="0" presId="urn:microsoft.com/office/officeart/2016/7/layout/RepeatingBendingProcessNew"/>
    <dgm:cxn modelId="{AFAE2DDD-05C1-7241-A842-2F5BDF9AD62D}" type="presParOf" srcId="{592DF794-DEDC-F548-9D6D-7A30973F03E7}" destId="{7A68D5EC-120F-494F-822F-0B1435490CC2}" srcOrd="14" destOrd="0" presId="urn:microsoft.com/office/officeart/2016/7/layout/RepeatingBendingProcessNew"/>
    <dgm:cxn modelId="{4DFF1856-E031-CA47-8C17-C8BE27CF722C}" type="presParOf" srcId="{592DF794-DEDC-F548-9D6D-7A30973F03E7}" destId="{6DEBD447-376D-B24A-ADC0-3443B2DBBA45}" srcOrd="15" destOrd="0" presId="urn:microsoft.com/office/officeart/2016/7/layout/RepeatingBendingProcessNew"/>
    <dgm:cxn modelId="{F2BFF084-A6AC-6A48-B97B-CFB1B7579B05}" type="presParOf" srcId="{6DEBD447-376D-B24A-ADC0-3443B2DBBA45}" destId="{2FEFDA63-550C-E848-8070-4256A5D80B15}" srcOrd="0" destOrd="0" presId="urn:microsoft.com/office/officeart/2016/7/layout/RepeatingBendingProcessNew"/>
    <dgm:cxn modelId="{ADC77EF2-F875-8843-8217-99063F258B8D}" type="presParOf" srcId="{592DF794-DEDC-F548-9D6D-7A30973F03E7}" destId="{8B2EB3C8-F4AB-8B4E-84DA-91C11D7D509B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C5E96D-47B7-E54D-89CA-BDCC4D7973CB}">
      <dsp:nvSpPr>
        <dsp:cNvPr id="0" name=""/>
        <dsp:cNvSpPr/>
      </dsp:nvSpPr>
      <dsp:spPr>
        <a:xfrm>
          <a:off x="1530382" y="564501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681748" y="608465"/>
        <a:ext cx="17543" cy="3512"/>
      </dsp:txXfrm>
    </dsp:sp>
    <dsp:sp modelId="{80A72640-05C6-1C48-8F9B-C6F0AAF7CCB3}">
      <dsp:nvSpPr>
        <dsp:cNvPr id="0" name=""/>
        <dsp:cNvSpPr/>
      </dsp:nvSpPr>
      <dsp:spPr>
        <a:xfrm>
          <a:off x="6636" y="152557"/>
          <a:ext cx="1525546" cy="91532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1" i="0" kern="1200" baseline="0"/>
            <a:t>Mi az a GIT?</a:t>
          </a:r>
          <a:endParaRPr lang="en-US" sz="1200" kern="1200"/>
        </a:p>
      </dsp:txBody>
      <dsp:txXfrm>
        <a:off x="6636" y="152557"/>
        <a:ext cx="1525546" cy="915327"/>
      </dsp:txXfrm>
    </dsp:sp>
    <dsp:sp modelId="{EB77418B-23C4-5D4A-AB09-8747D0282A09}">
      <dsp:nvSpPr>
        <dsp:cNvPr id="0" name=""/>
        <dsp:cNvSpPr/>
      </dsp:nvSpPr>
      <dsp:spPr>
        <a:xfrm>
          <a:off x="3406804" y="564501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accent2">
              <a:hueOff val="920516"/>
              <a:satOff val="-2642"/>
              <a:lumOff val="-423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58170" y="608465"/>
        <a:ext cx="17543" cy="3512"/>
      </dsp:txXfrm>
    </dsp:sp>
    <dsp:sp modelId="{C888FF6F-23F3-214B-89DD-CE18B5C3E88B}">
      <dsp:nvSpPr>
        <dsp:cNvPr id="0" name=""/>
        <dsp:cNvSpPr/>
      </dsp:nvSpPr>
      <dsp:spPr>
        <a:xfrm>
          <a:off x="1883058" y="152557"/>
          <a:ext cx="1525546" cy="915327"/>
        </a:xfrm>
        <a:prstGeom prst="rect">
          <a:avLst/>
        </a:prstGeom>
        <a:gradFill rotWithShape="0">
          <a:gsLst>
            <a:gs pos="0">
              <a:schemeClr val="accent2">
                <a:hueOff val="805452"/>
                <a:satOff val="-2312"/>
                <a:lumOff val="-370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805452"/>
                <a:satOff val="-2312"/>
                <a:lumOff val="-370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805452"/>
                <a:satOff val="-2312"/>
                <a:lumOff val="-370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kern="1200" baseline="0"/>
            <a:t>Nyílt forráskódú, elosztott verziókezelő rendszer</a:t>
          </a:r>
          <a:endParaRPr lang="en-US" sz="1200" kern="1200"/>
        </a:p>
      </dsp:txBody>
      <dsp:txXfrm>
        <a:off x="1883058" y="152557"/>
        <a:ext cx="1525546" cy="915327"/>
      </dsp:txXfrm>
    </dsp:sp>
    <dsp:sp modelId="{B8BAA5F4-7985-D144-B162-6B568AD7BB12}">
      <dsp:nvSpPr>
        <dsp:cNvPr id="0" name=""/>
        <dsp:cNvSpPr/>
      </dsp:nvSpPr>
      <dsp:spPr>
        <a:xfrm>
          <a:off x="769409" y="1066084"/>
          <a:ext cx="3752843" cy="320275"/>
        </a:xfrm>
        <a:custGeom>
          <a:avLst/>
          <a:gdLst/>
          <a:ahLst/>
          <a:cxnLst/>
          <a:rect l="0" t="0" r="0" b="0"/>
          <a:pathLst>
            <a:path>
              <a:moveTo>
                <a:pt x="3752843" y="0"/>
              </a:moveTo>
              <a:lnTo>
                <a:pt x="3752843" y="177237"/>
              </a:lnTo>
              <a:lnTo>
                <a:pt x="0" y="177237"/>
              </a:lnTo>
              <a:lnTo>
                <a:pt x="0" y="320275"/>
              </a:lnTo>
            </a:path>
          </a:pathLst>
        </a:custGeom>
        <a:noFill/>
        <a:ln w="12700" cap="flat" cmpd="sng" algn="ctr">
          <a:solidFill>
            <a:schemeClr val="accent2">
              <a:hueOff val="1841032"/>
              <a:satOff val="-5284"/>
              <a:lumOff val="-846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51601" y="1224466"/>
        <a:ext cx="188460" cy="3512"/>
      </dsp:txXfrm>
    </dsp:sp>
    <dsp:sp modelId="{C8018B9C-FD3E-4A4F-A86D-325162C777A0}">
      <dsp:nvSpPr>
        <dsp:cNvPr id="0" name=""/>
        <dsp:cNvSpPr/>
      </dsp:nvSpPr>
      <dsp:spPr>
        <a:xfrm>
          <a:off x="3759480" y="152557"/>
          <a:ext cx="1525546" cy="915327"/>
        </a:xfrm>
        <a:prstGeom prst="rect">
          <a:avLst/>
        </a:prstGeom>
        <a:gradFill rotWithShape="0">
          <a:gsLst>
            <a:gs pos="0">
              <a:schemeClr val="accent2">
                <a:hueOff val="1610903"/>
                <a:satOff val="-4623"/>
                <a:lumOff val="-74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10903"/>
                <a:satOff val="-4623"/>
                <a:lumOff val="-74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10903"/>
                <a:satOff val="-4623"/>
                <a:lumOff val="-74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kern="1200" baseline="0"/>
            <a:t>Forráskód és konfigurációk változásainak nyomon követésére szolgál</a:t>
          </a:r>
          <a:endParaRPr lang="en-US" sz="1200" kern="1200"/>
        </a:p>
      </dsp:txBody>
      <dsp:txXfrm>
        <a:off x="3759480" y="152557"/>
        <a:ext cx="1525546" cy="915327"/>
      </dsp:txXfrm>
    </dsp:sp>
    <dsp:sp modelId="{FF9263FF-8D2B-8646-B322-AABA4B48859F}">
      <dsp:nvSpPr>
        <dsp:cNvPr id="0" name=""/>
        <dsp:cNvSpPr/>
      </dsp:nvSpPr>
      <dsp:spPr>
        <a:xfrm>
          <a:off x="1530382" y="1830704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accent2">
              <a:hueOff val="2761548"/>
              <a:satOff val="-7926"/>
              <a:lumOff val="-1269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681748" y="1874668"/>
        <a:ext cx="17543" cy="3512"/>
      </dsp:txXfrm>
    </dsp:sp>
    <dsp:sp modelId="{BC9B522F-FA60-C94E-AF16-F3D9D95AB108}">
      <dsp:nvSpPr>
        <dsp:cNvPr id="0" name=""/>
        <dsp:cNvSpPr/>
      </dsp:nvSpPr>
      <dsp:spPr>
        <a:xfrm>
          <a:off x="6636" y="1418760"/>
          <a:ext cx="1525546" cy="915327"/>
        </a:xfrm>
        <a:prstGeom prst="rect">
          <a:avLst/>
        </a:prstGeom>
        <a:gradFill rotWithShape="0">
          <a:gsLst>
            <a:gs pos="0">
              <a:schemeClr val="accent2">
                <a:hueOff val="2416355"/>
                <a:satOff val="-6935"/>
                <a:lumOff val="-1110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416355"/>
                <a:satOff val="-6935"/>
                <a:lumOff val="-1110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416355"/>
                <a:satOff val="-6935"/>
                <a:lumOff val="-1110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1" i="0" kern="1200" baseline="0"/>
            <a:t>Mire használjuk?</a:t>
          </a:r>
          <a:endParaRPr lang="en-US" sz="1200" kern="1200"/>
        </a:p>
      </dsp:txBody>
      <dsp:txXfrm>
        <a:off x="6636" y="1418760"/>
        <a:ext cx="1525546" cy="915327"/>
      </dsp:txXfrm>
    </dsp:sp>
    <dsp:sp modelId="{6F24431B-E558-374B-849C-DE904A9C9075}">
      <dsp:nvSpPr>
        <dsp:cNvPr id="0" name=""/>
        <dsp:cNvSpPr/>
      </dsp:nvSpPr>
      <dsp:spPr>
        <a:xfrm>
          <a:off x="3406804" y="1830704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accent2">
              <a:hueOff val="3682064"/>
              <a:satOff val="-10567"/>
              <a:lumOff val="-1691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58170" y="1874668"/>
        <a:ext cx="17543" cy="3512"/>
      </dsp:txXfrm>
    </dsp:sp>
    <dsp:sp modelId="{A465F543-F0FE-9747-BDA9-AB3D9A505B86}">
      <dsp:nvSpPr>
        <dsp:cNvPr id="0" name=""/>
        <dsp:cNvSpPr/>
      </dsp:nvSpPr>
      <dsp:spPr>
        <a:xfrm>
          <a:off x="1883058" y="1418760"/>
          <a:ext cx="1525546" cy="915327"/>
        </a:xfrm>
        <a:prstGeom prst="rect">
          <a:avLst/>
        </a:prstGeom>
        <a:gradFill rotWithShape="0">
          <a:gsLst>
            <a:gs pos="0">
              <a:schemeClr val="accent2">
                <a:hueOff val="3221806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6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6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kern="1200" baseline="0"/>
            <a:t>Konfigurációk, projektfájlok, dokumentációk verzióinak kezelése</a:t>
          </a:r>
          <a:endParaRPr lang="en-US" sz="1200" kern="1200"/>
        </a:p>
      </dsp:txBody>
      <dsp:txXfrm>
        <a:off x="1883058" y="1418760"/>
        <a:ext cx="1525546" cy="915327"/>
      </dsp:txXfrm>
    </dsp:sp>
    <dsp:sp modelId="{54F705CE-4FD5-7045-BEF1-7ED2E0EB3707}">
      <dsp:nvSpPr>
        <dsp:cNvPr id="0" name=""/>
        <dsp:cNvSpPr/>
      </dsp:nvSpPr>
      <dsp:spPr>
        <a:xfrm>
          <a:off x="769409" y="2332288"/>
          <a:ext cx="3752843" cy="320275"/>
        </a:xfrm>
        <a:custGeom>
          <a:avLst/>
          <a:gdLst/>
          <a:ahLst/>
          <a:cxnLst/>
          <a:rect l="0" t="0" r="0" b="0"/>
          <a:pathLst>
            <a:path>
              <a:moveTo>
                <a:pt x="3752843" y="0"/>
              </a:moveTo>
              <a:lnTo>
                <a:pt x="3752843" y="177237"/>
              </a:lnTo>
              <a:lnTo>
                <a:pt x="0" y="177237"/>
              </a:lnTo>
              <a:lnTo>
                <a:pt x="0" y="320275"/>
              </a:lnTo>
            </a:path>
          </a:pathLst>
        </a:custGeom>
        <a:noFill/>
        <a:ln w="12700" cap="flat" cmpd="sng" algn="ctr">
          <a:solidFill>
            <a:schemeClr val="accent2">
              <a:hueOff val="4602580"/>
              <a:satOff val="-13209"/>
              <a:lumOff val="-2114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51601" y="2490670"/>
        <a:ext cx="188460" cy="3512"/>
      </dsp:txXfrm>
    </dsp:sp>
    <dsp:sp modelId="{58475FD8-9D6E-E945-874C-B2EC5341A57A}">
      <dsp:nvSpPr>
        <dsp:cNvPr id="0" name=""/>
        <dsp:cNvSpPr/>
      </dsp:nvSpPr>
      <dsp:spPr>
        <a:xfrm>
          <a:off x="3759480" y="1418760"/>
          <a:ext cx="1525546" cy="915327"/>
        </a:xfrm>
        <a:prstGeom prst="rect">
          <a:avLst/>
        </a:prstGeom>
        <a:gradFill rotWithShape="0">
          <a:gsLst>
            <a:gs pos="0">
              <a:schemeClr val="accent2">
                <a:hueOff val="4027258"/>
                <a:satOff val="-11558"/>
                <a:lumOff val="-185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027258"/>
                <a:satOff val="-11558"/>
                <a:lumOff val="-185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027258"/>
                <a:satOff val="-11558"/>
                <a:lumOff val="-185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kern="1200" baseline="0"/>
            <a:t>Visszatérés korábbi állapotokra hiba esetén</a:t>
          </a:r>
          <a:endParaRPr lang="en-US" sz="1200" kern="1200"/>
        </a:p>
      </dsp:txBody>
      <dsp:txXfrm>
        <a:off x="3759480" y="1418760"/>
        <a:ext cx="1525546" cy="915327"/>
      </dsp:txXfrm>
    </dsp:sp>
    <dsp:sp modelId="{148ACF22-C2F4-1249-BA2D-5AB0FCE14803}">
      <dsp:nvSpPr>
        <dsp:cNvPr id="0" name=""/>
        <dsp:cNvSpPr/>
      </dsp:nvSpPr>
      <dsp:spPr>
        <a:xfrm>
          <a:off x="1530382" y="3096907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accent2">
              <a:hueOff val="5523096"/>
              <a:satOff val="-15851"/>
              <a:lumOff val="-2537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681748" y="3140871"/>
        <a:ext cx="17543" cy="3512"/>
      </dsp:txXfrm>
    </dsp:sp>
    <dsp:sp modelId="{38FE98F2-CCA7-BB47-8982-76A2B362380D}">
      <dsp:nvSpPr>
        <dsp:cNvPr id="0" name=""/>
        <dsp:cNvSpPr/>
      </dsp:nvSpPr>
      <dsp:spPr>
        <a:xfrm>
          <a:off x="6636" y="2684964"/>
          <a:ext cx="1525546" cy="915327"/>
        </a:xfrm>
        <a:prstGeom prst="rect">
          <a:avLst/>
        </a:prstGeom>
        <a:gradFill rotWithShape="0">
          <a:gsLst>
            <a:gs pos="0">
              <a:schemeClr val="accent2">
                <a:hueOff val="4832709"/>
                <a:satOff val="-13870"/>
                <a:lumOff val="-222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832709"/>
                <a:satOff val="-13870"/>
                <a:lumOff val="-222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832709"/>
                <a:satOff val="-13870"/>
                <a:lumOff val="-222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/>
            <a:t>Előnyei:</a:t>
          </a:r>
          <a:endParaRPr lang="en-US" sz="1200" kern="1200"/>
        </a:p>
      </dsp:txBody>
      <dsp:txXfrm>
        <a:off x="6636" y="2684964"/>
        <a:ext cx="1525546" cy="915327"/>
      </dsp:txXfrm>
    </dsp:sp>
    <dsp:sp modelId="{53A3A125-90EA-A046-970E-6BAB7C9B73DE}">
      <dsp:nvSpPr>
        <dsp:cNvPr id="0" name=""/>
        <dsp:cNvSpPr/>
      </dsp:nvSpPr>
      <dsp:spPr>
        <a:xfrm>
          <a:off x="3406804" y="3096907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accent2">
              <a:hueOff val="6443612"/>
              <a:satOff val="-18493"/>
              <a:lumOff val="-2960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58170" y="3140871"/>
        <a:ext cx="17543" cy="3512"/>
      </dsp:txXfrm>
    </dsp:sp>
    <dsp:sp modelId="{57ED7292-DE64-0641-B2F1-6178BE6A5127}">
      <dsp:nvSpPr>
        <dsp:cNvPr id="0" name=""/>
        <dsp:cNvSpPr/>
      </dsp:nvSpPr>
      <dsp:spPr>
        <a:xfrm>
          <a:off x="1883058" y="2684964"/>
          <a:ext cx="1525546" cy="915327"/>
        </a:xfrm>
        <a:prstGeom prst="rect">
          <a:avLst/>
        </a:prstGeom>
        <a:gradFill rotWithShape="0">
          <a:gsLst>
            <a:gs pos="0">
              <a:schemeClr val="accent2">
                <a:hueOff val="5638161"/>
                <a:satOff val="-16181"/>
                <a:lumOff val="-2590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5638161"/>
                <a:satOff val="-16181"/>
                <a:lumOff val="-2590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5638161"/>
                <a:satOff val="-16181"/>
                <a:lumOff val="-2590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/>
            <a:t>Elosztott működés (mindenki saját másolattal dolgozik)</a:t>
          </a:r>
          <a:endParaRPr lang="en-US" sz="1200" kern="1200"/>
        </a:p>
      </dsp:txBody>
      <dsp:txXfrm>
        <a:off x="1883058" y="2684964"/>
        <a:ext cx="1525546" cy="915327"/>
      </dsp:txXfrm>
    </dsp:sp>
    <dsp:sp modelId="{02D8132E-2E07-9F43-812C-B8D44F44FD70}">
      <dsp:nvSpPr>
        <dsp:cNvPr id="0" name=""/>
        <dsp:cNvSpPr/>
      </dsp:nvSpPr>
      <dsp:spPr>
        <a:xfrm>
          <a:off x="3759480" y="2684964"/>
          <a:ext cx="1525546" cy="915327"/>
        </a:xfrm>
        <a:prstGeom prst="rect">
          <a:avLst/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/>
            <a:t>Integrálható GitHub, GitLab vagy más tárolókkal</a:t>
          </a:r>
          <a:endParaRPr lang="en-US" sz="1200" kern="1200"/>
        </a:p>
      </dsp:txBody>
      <dsp:txXfrm>
        <a:off x="3759480" y="2684964"/>
        <a:ext cx="1525546" cy="9153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B278C1-C734-A545-A812-C51FD995D665}">
      <dsp:nvSpPr>
        <dsp:cNvPr id="0" name=""/>
        <dsp:cNvSpPr/>
      </dsp:nvSpPr>
      <dsp:spPr>
        <a:xfrm>
          <a:off x="1530382" y="564501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681748" y="608465"/>
        <a:ext cx="17543" cy="3512"/>
      </dsp:txXfrm>
    </dsp:sp>
    <dsp:sp modelId="{0CD34403-7CD6-9E41-A7F2-9F498F614F5C}">
      <dsp:nvSpPr>
        <dsp:cNvPr id="0" name=""/>
        <dsp:cNvSpPr/>
      </dsp:nvSpPr>
      <dsp:spPr>
        <a:xfrm>
          <a:off x="6636" y="152557"/>
          <a:ext cx="1525546" cy="915327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1" i="0" kern="1200" baseline="0" dirty="0"/>
            <a:t>Mi az a JIRA?</a:t>
          </a:r>
          <a:endParaRPr lang="en-US" sz="1200" kern="1200" dirty="0"/>
        </a:p>
      </dsp:txBody>
      <dsp:txXfrm>
        <a:off x="6636" y="152557"/>
        <a:ext cx="1525546" cy="915327"/>
      </dsp:txXfrm>
    </dsp:sp>
    <dsp:sp modelId="{7535E97C-79F3-4C4E-8BED-4DCD4FC8F892}">
      <dsp:nvSpPr>
        <dsp:cNvPr id="0" name=""/>
        <dsp:cNvSpPr/>
      </dsp:nvSpPr>
      <dsp:spPr>
        <a:xfrm>
          <a:off x="3406804" y="564501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58170" y="608465"/>
        <a:ext cx="17543" cy="3512"/>
      </dsp:txXfrm>
    </dsp:sp>
    <dsp:sp modelId="{C35B706F-2B7C-F248-AD13-2DFF5D3205D1}">
      <dsp:nvSpPr>
        <dsp:cNvPr id="0" name=""/>
        <dsp:cNvSpPr/>
      </dsp:nvSpPr>
      <dsp:spPr>
        <a:xfrm>
          <a:off x="1883058" y="152557"/>
          <a:ext cx="1525546" cy="915327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u="none" kern="1200" dirty="0"/>
            <a:t>Az </a:t>
          </a:r>
          <a:r>
            <a:rPr lang="hu-HU" sz="1200" b="1" i="0" u="none" kern="1200" dirty="0" err="1"/>
            <a:t>Atlassian</a:t>
          </a:r>
          <a:r>
            <a:rPr lang="hu-HU" sz="1200" b="0" i="0" u="none" kern="1200" dirty="0"/>
            <a:t> által fejlesztett projektmenedzsment és hibakövető eszköz</a:t>
          </a:r>
          <a:endParaRPr lang="en-US" sz="1200" kern="1200" dirty="0"/>
        </a:p>
      </dsp:txBody>
      <dsp:txXfrm>
        <a:off x="1883058" y="152557"/>
        <a:ext cx="1525546" cy="915327"/>
      </dsp:txXfrm>
    </dsp:sp>
    <dsp:sp modelId="{2F22E5E5-D216-2F4B-BF2D-1E0ED1779FB5}">
      <dsp:nvSpPr>
        <dsp:cNvPr id="0" name=""/>
        <dsp:cNvSpPr/>
      </dsp:nvSpPr>
      <dsp:spPr>
        <a:xfrm>
          <a:off x="769409" y="1066084"/>
          <a:ext cx="3752843" cy="320275"/>
        </a:xfrm>
        <a:custGeom>
          <a:avLst/>
          <a:gdLst/>
          <a:ahLst/>
          <a:cxnLst/>
          <a:rect l="0" t="0" r="0" b="0"/>
          <a:pathLst>
            <a:path>
              <a:moveTo>
                <a:pt x="3752843" y="0"/>
              </a:moveTo>
              <a:lnTo>
                <a:pt x="3752843" y="177237"/>
              </a:lnTo>
              <a:lnTo>
                <a:pt x="0" y="177237"/>
              </a:lnTo>
              <a:lnTo>
                <a:pt x="0" y="320275"/>
              </a:lnTo>
            </a:path>
          </a:pathLst>
        </a:custGeom>
        <a:noFill/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51601" y="1224466"/>
        <a:ext cx="188460" cy="3512"/>
      </dsp:txXfrm>
    </dsp:sp>
    <dsp:sp modelId="{1BA3D07A-FD6D-9045-8E03-F049E37DC985}">
      <dsp:nvSpPr>
        <dsp:cNvPr id="0" name=""/>
        <dsp:cNvSpPr/>
      </dsp:nvSpPr>
      <dsp:spPr>
        <a:xfrm>
          <a:off x="3759480" y="152557"/>
          <a:ext cx="1525546" cy="915327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u="none" kern="1200" dirty="0"/>
            <a:t>IT, hálózati és fejlesztési projektek tervezésére, és dokumentálására használható</a:t>
          </a:r>
          <a:endParaRPr lang="en-US" sz="1200" kern="1200" dirty="0"/>
        </a:p>
      </dsp:txBody>
      <dsp:txXfrm>
        <a:off x="3759480" y="152557"/>
        <a:ext cx="1525546" cy="915327"/>
      </dsp:txXfrm>
    </dsp:sp>
    <dsp:sp modelId="{5218C05F-79AC-5F41-A439-C583CC0E9813}">
      <dsp:nvSpPr>
        <dsp:cNvPr id="0" name=""/>
        <dsp:cNvSpPr/>
      </dsp:nvSpPr>
      <dsp:spPr>
        <a:xfrm>
          <a:off x="1530382" y="1830704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681748" y="1874668"/>
        <a:ext cx="17543" cy="3512"/>
      </dsp:txXfrm>
    </dsp:sp>
    <dsp:sp modelId="{DAC30846-2C72-F54D-81F3-3D69B19B861E}">
      <dsp:nvSpPr>
        <dsp:cNvPr id="0" name=""/>
        <dsp:cNvSpPr/>
      </dsp:nvSpPr>
      <dsp:spPr>
        <a:xfrm>
          <a:off x="6636" y="1418760"/>
          <a:ext cx="1525546" cy="915327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1" i="0" kern="1200" baseline="0"/>
            <a:t>Mire használjuk?</a:t>
          </a:r>
          <a:endParaRPr lang="en-US" sz="1200" kern="1200"/>
        </a:p>
      </dsp:txBody>
      <dsp:txXfrm>
        <a:off x="6636" y="1418760"/>
        <a:ext cx="1525546" cy="915327"/>
      </dsp:txXfrm>
    </dsp:sp>
    <dsp:sp modelId="{38AF69FB-6362-4046-9FF1-B651085A018F}">
      <dsp:nvSpPr>
        <dsp:cNvPr id="0" name=""/>
        <dsp:cNvSpPr/>
      </dsp:nvSpPr>
      <dsp:spPr>
        <a:xfrm>
          <a:off x="3406804" y="1830704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58170" y="1874668"/>
        <a:ext cx="17543" cy="3512"/>
      </dsp:txXfrm>
    </dsp:sp>
    <dsp:sp modelId="{48C0A2EF-DDCA-1647-84A6-DC26CBE6D7F7}">
      <dsp:nvSpPr>
        <dsp:cNvPr id="0" name=""/>
        <dsp:cNvSpPr/>
      </dsp:nvSpPr>
      <dsp:spPr>
        <a:xfrm>
          <a:off x="1883058" y="1418760"/>
          <a:ext cx="1525546" cy="915327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u="none" kern="1200" dirty="0"/>
            <a:t>Feladatok kiosztása, státuszkövetés („</a:t>
          </a:r>
          <a:r>
            <a:rPr lang="hu-HU" sz="1200" b="0" i="0" u="none" kern="1200" dirty="0" err="1"/>
            <a:t>To</a:t>
          </a:r>
          <a:r>
            <a:rPr lang="hu-HU" sz="1200" b="0" i="0" u="none" kern="1200" dirty="0"/>
            <a:t> </a:t>
          </a:r>
          <a:r>
            <a:rPr lang="hu-HU" sz="1200" b="0" i="0" u="none" kern="1200" dirty="0" err="1"/>
            <a:t>do</a:t>
          </a:r>
          <a:r>
            <a:rPr lang="hu-HU" sz="1200" b="0" i="0" u="none" kern="1200" dirty="0"/>
            <a:t> – In </a:t>
          </a:r>
          <a:r>
            <a:rPr lang="hu-HU" sz="1200" b="0" i="0" u="none" kern="1200" dirty="0" err="1"/>
            <a:t>progress</a:t>
          </a:r>
          <a:r>
            <a:rPr lang="hu-HU" sz="1200" b="0" i="0" u="none" kern="1200" dirty="0"/>
            <a:t> – </a:t>
          </a:r>
          <a:r>
            <a:rPr lang="hu-HU" sz="1200" b="0" i="0" u="none" kern="1200" dirty="0" err="1"/>
            <a:t>Done</a:t>
          </a:r>
          <a:r>
            <a:rPr lang="hu-HU" sz="1200" b="0" i="0" u="none" kern="1200" dirty="0"/>
            <a:t>”)</a:t>
          </a:r>
          <a:endParaRPr lang="en-US" sz="1200" kern="1200" dirty="0"/>
        </a:p>
      </dsp:txBody>
      <dsp:txXfrm>
        <a:off x="1883058" y="1418760"/>
        <a:ext cx="1525546" cy="915327"/>
      </dsp:txXfrm>
    </dsp:sp>
    <dsp:sp modelId="{20050EEE-8171-6642-BC7F-9007522803B1}">
      <dsp:nvSpPr>
        <dsp:cNvPr id="0" name=""/>
        <dsp:cNvSpPr/>
      </dsp:nvSpPr>
      <dsp:spPr>
        <a:xfrm>
          <a:off x="769409" y="2332288"/>
          <a:ext cx="3752843" cy="320275"/>
        </a:xfrm>
        <a:custGeom>
          <a:avLst/>
          <a:gdLst/>
          <a:ahLst/>
          <a:cxnLst/>
          <a:rect l="0" t="0" r="0" b="0"/>
          <a:pathLst>
            <a:path>
              <a:moveTo>
                <a:pt x="3752843" y="0"/>
              </a:moveTo>
              <a:lnTo>
                <a:pt x="3752843" y="177237"/>
              </a:lnTo>
              <a:lnTo>
                <a:pt x="0" y="177237"/>
              </a:lnTo>
              <a:lnTo>
                <a:pt x="0" y="320275"/>
              </a:lnTo>
            </a:path>
          </a:pathLst>
        </a:custGeom>
        <a:noFill/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51601" y="2490670"/>
        <a:ext cx="188460" cy="3512"/>
      </dsp:txXfrm>
    </dsp:sp>
    <dsp:sp modelId="{E94C4A7A-6D64-3B40-A836-A790A761E793}">
      <dsp:nvSpPr>
        <dsp:cNvPr id="0" name=""/>
        <dsp:cNvSpPr/>
      </dsp:nvSpPr>
      <dsp:spPr>
        <a:xfrm>
          <a:off x="3759480" y="1418760"/>
          <a:ext cx="1525546" cy="915327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u="none" kern="1200" dirty="0"/>
            <a:t>Csapatmunka koordinálása és határidők kezelése</a:t>
          </a:r>
          <a:endParaRPr lang="en-US" sz="1200" kern="1200" dirty="0"/>
        </a:p>
      </dsp:txBody>
      <dsp:txXfrm>
        <a:off x="3759480" y="1418760"/>
        <a:ext cx="1525546" cy="915327"/>
      </dsp:txXfrm>
    </dsp:sp>
    <dsp:sp modelId="{DDDD4601-9995-1A41-ADF6-698A9ACCFACE}">
      <dsp:nvSpPr>
        <dsp:cNvPr id="0" name=""/>
        <dsp:cNvSpPr/>
      </dsp:nvSpPr>
      <dsp:spPr>
        <a:xfrm>
          <a:off x="1530382" y="3096907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681748" y="3140871"/>
        <a:ext cx="17543" cy="3512"/>
      </dsp:txXfrm>
    </dsp:sp>
    <dsp:sp modelId="{CC3A8473-71D7-F14A-A0B0-3EBCA439D55C}">
      <dsp:nvSpPr>
        <dsp:cNvPr id="0" name=""/>
        <dsp:cNvSpPr/>
      </dsp:nvSpPr>
      <dsp:spPr>
        <a:xfrm>
          <a:off x="6636" y="2684964"/>
          <a:ext cx="1525546" cy="915327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kern="1200"/>
            <a:t>Előnyei:</a:t>
          </a:r>
          <a:endParaRPr lang="en-US" sz="1200" kern="1200"/>
        </a:p>
      </dsp:txBody>
      <dsp:txXfrm>
        <a:off x="6636" y="2684964"/>
        <a:ext cx="1525546" cy="915327"/>
      </dsp:txXfrm>
    </dsp:sp>
    <dsp:sp modelId="{6DEBD447-376D-B24A-ADC0-3443B2DBBA45}">
      <dsp:nvSpPr>
        <dsp:cNvPr id="0" name=""/>
        <dsp:cNvSpPr/>
      </dsp:nvSpPr>
      <dsp:spPr>
        <a:xfrm>
          <a:off x="3406804" y="3096907"/>
          <a:ext cx="3202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275" y="45720"/>
              </a:lnTo>
            </a:path>
          </a:pathLst>
        </a:custGeom>
        <a:noFill/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58170" y="3140871"/>
        <a:ext cx="17543" cy="3512"/>
      </dsp:txXfrm>
    </dsp:sp>
    <dsp:sp modelId="{7A68D5EC-120F-494F-822F-0B1435490CC2}">
      <dsp:nvSpPr>
        <dsp:cNvPr id="0" name=""/>
        <dsp:cNvSpPr/>
      </dsp:nvSpPr>
      <dsp:spPr>
        <a:xfrm>
          <a:off x="1883058" y="2684964"/>
          <a:ext cx="1525546" cy="915327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u="none" kern="1200" dirty="0"/>
            <a:t>Átlátható feladat- és időkezelés (Kanban vagy </a:t>
          </a:r>
          <a:r>
            <a:rPr lang="hu-HU" sz="1200" b="0" i="0" u="none" kern="1200" dirty="0" err="1"/>
            <a:t>Scrum</a:t>
          </a:r>
          <a:r>
            <a:rPr lang="hu-HU" sz="1200" b="0" i="0" u="none" kern="1200" dirty="0"/>
            <a:t> táblák)</a:t>
          </a:r>
          <a:endParaRPr lang="en-US" sz="1200" kern="1200" dirty="0"/>
        </a:p>
      </dsp:txBody>
      <dsp:txXfrm>
        <a:off x="1883058" y="2684964"/>
        <a:ext cx="1525546" cy="915327"/>
      </dsp:txXfrm>
    </dsp:sp>
    <dsp:sp modelId="{8B2EB3C8-F4AB-8B4E-84DA-91C11D7D509B}">
      <dsp:nvSpPr>
        <dsp:cNvPr id="0" name=""/>
        <dsp:cNvSpPr/>
      </dsp:nvSpPr>
      <dsp:spPr>
        <a:xfrm>
          <a:off x="3759480" y="2684964"/>
          <a:ext cx="1525546" cy="915327"/>
        </a:xfrm>
        <a:prstGeom prst="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4753" tIns="78466" rIns="74753" bIns="7846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1200" b="0" i="0" u="none" kern="1200" dirty="0"/>
            <a:t>Minden változtatás dokumentált és visszakövethető</a:t>
          </a:r>
          <a:endParaRPr lang="en-US" sz="1200" kern="1200" dirty="0"/>
        </a:p>
      </dsp:txBody>
      <dsp:txXfrm>
        <a:off x="3759480" y="2684964"/>
        <a:ext cx="1525546" cy="9153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39F995-2A69-754E-9252-9A6746B31172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CF5A7-300F-B04A-985C-B283B69AF12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7626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A7E445-4867-904B-9610-B1E6D4EFF97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0753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CF5A7-300F-B04A-985C-B283B69AF125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5278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8A0FCE-38E4-73C9-382B-98C0E98BF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8771007-C694-0290-21E4-376EEBFBD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EED987D-29B7-1E9F-5BF6-D2DEBF0F5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1F0BFDA-C692-AFD3-2257-DD620121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4D29D21-A683-56C9-2141-F55E3510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022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89B419-05DF-03D2-A738-1DD6E931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83AFD9-C70C-41BC-4D4B-F8F4B0997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46B9EB2-A904-E474-5785-D0CD97FBA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55331D0-B33F-5C00-61D2-CEF95DBB2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C9FFC7E-8362-0B9A-2F3B-E461B81A1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8196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5C651C-7F57-5518-EC6D-52197D19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7A6FD26-5687-7C48-4083-8AE3A2534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6AC0A10-4215-B973-2E91-D99DF1A0C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10EE0FB-5F8E-783E-6091-7B850218B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EB5F16-605F-AA0F-4863-3ECEEFD87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2491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6B12DDA-3CEA-A6E1-A851-247FB1E8A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C29F-90B0-593A-7409-CDCF4F4AF5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0C61E3C-3997-D734-72C7-30BB77C83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A8109E2-0AC0-39E0-B2FA-9A6CA357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CFC2C0-17DF-6E7B-C58F-CF26BF5C3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1013BE7-7AF9-8B1D-21E5-6E76C9C3F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349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F622B85-E979-EFF2-2A26-D96585D23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BABA5A8-B089-1BD9-7BC0-170153F31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3323524-3E2D-77DE-3A84-B459D1B173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1F0DB9C-B2F9-28ED-7904-874CB2EB98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AC7CDDC-980D-134E-9DA8-5294076AB3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02B646C-395B-3112-12DD-85910376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5062AC5-310B-7E1D-4960-A362B3EBB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527DC0B-BA52-7CCC-56DB-B843FCF3C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7266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596FA03-20A7-B14E-C9EE-5AC59E2FB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BC2B4908-C3A8-26EA-F927-FFF99F0EB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B62F51F-FC46-FC2D-4D7C-61027FA8D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1A014C83-667C-6430-E761-DC179EAB4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25159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ADC4845A-B161-6AC1-B827-F9D4994B9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29D7BB0-5241-DE78-DB31-08193872A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1976C69-BF2A-A3B9-EBC5-A7A1467B6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1988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DA0BB3B-CCA0-EB15-24F5-21BAC9C48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552FEEC-1022-8F0C-701A-C9C3AB4AD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E65B6AC-A542-E1FE-493B-1BDE1C1D05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3B0F24D-0623-924A-04A4-AEE60BBF0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E7C6E0A-746E-28C2-DAD8-805633F02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F47E60B-31E3-A7A6-B4E2-0B8450BBE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983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F8E781-3E84-B285-3B92-1E85E2E00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FD557BA2-36FF-CBC1-BBC0-968C81534D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7877EC2-8EFB-751A-58C6-7375176DC5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E803888-F7F2-63E7-BA4B-147D9A1B7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73F1DAF-9494-C5FF-E1D0-4CEB53327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B0F3D09-F926-0B56-656A-729E2E1F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1038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4B28E8-BEB0-EB6B-08E6-27726CF9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7E4A756-E25F-F631-92D7-73ED7E1BA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0F0527-3AF9-76A2-2853-347048894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95F5BA-8EF2-18C3-28EB-199F71289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B5235FF-E101-16D5-D98C-43E3AFD85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8697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6E7F234-ECD6-A621-BD3B-82C6EAAD34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3FFA192-55A7-4A5C-6BEF-3E48CF626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1FD811A-49DD-D393-8951-B9DDA9D10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EF61FD6-CE83-7412-36AC-3C79250CC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A2DDAE0-068A-58C8-24C1-11B568568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4170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269DA25-0052-1A76-24B0-AB406E90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FA24331-C074-D6DC-6546-6BC172C13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C337D7C-E5B1-A616-14EF-91E125A4B9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1339E-E161-F24A-B4B5-7BC3AF4BBE53}" type="datetimeFigureOut">
              <a:rPr lang="hu-HU" smtClean="0"/>
              <a:t>2025. 10. 14.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F988266-06A3-36A6-B11B-126B3CA272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875EE96-4E0D-B64F-7F5E-4B11D64341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E48A87-8C15-4D44-A808-938016B2D3C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9822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13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A82789EA-7EEA-B934-17EC-F914D2FE30E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 bwMode="auto">
          <a:xfrm>
            <a:off x="6600082" y="3237642"/>
            <a:ext cx="4805996" cy="129711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 fontScale="90000"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4000" b="0" i="0" u="none" strike="noStrike" cap="none" normalizeH="0" baseline="0" dirty="0" err="1">
                <a:ln>
                  <a:noFill/>
                </a:ln>
                <a:solidFill>
                  <a:schemeClr val="tx2"/>
                </a:solidFill>
                <a:effectLst/>
                <a:latin typeface="-webkit-standard"/>
              </a:rPr>
              <a:t>CseGe</a:t>
            </a:r>
            <a:r>
              <a:rPr kumimoji="0" lang="hu-HU" altLang="hu-HU" sz="4000" b="0" i="0" u="none" strike="noStrike" cap="none" normalizeH="0" baseline="0" dirty="0">
                <a:ln>
                  <a:noFill/>
                </a:ln>
                <a:solidFill>
                  <a:schemeClr val="tx2"/>
                </a:solidFill>
                <a:effectLst/>
                <a:latin typeface="-webkit-standard"/>
              </a:rPr>
              <a:t> Kft. hálózati prototípus bemutatása</a:t>
            </a:r>
            <a:endParaRPr kumimoji="0" lang="hu-HU" altLang="hu-HU" sz="4000" b="0" i="0" u="none" strike="noStrike" cap="none" normalizeH="0" baseline="0" dirty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9BE0238-451A-61E5-CB6D-D3210C29791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574587" y="4508339"/>
            <a:ext cx="4805691" cy="8388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b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hu-HU" altLang="hu-HU" sz="1700" b="1" i="0" u="none" strike="noStrike" cap="none" normalizeH="0" baseline="0" err="1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CseGe</a:t>
            </a:r>
            <a:r>
              <a:rPr kumimoji="0" lang="hu-HU" altLang="hu-HU" sz="1700" b="1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  <a:t> Kft. hálózati prototípus</a:t>
            </a:r>
            <a:br>
              <a:rPr kumimoji="0" lang="hu-HU" altLang="hu-HU" sz="17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Arial" panose="020B0604020202020204" pitchFamily="34" charset="0"/>
              </a:rPr>
            </a:br>
            <a:r>
              <a:rPr kumimoji="0" lang="hu-HU" altLang="hu-HU" sz="17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  <a:latin typeface="-webkit-standard"/>
              </a:rPr>
              <a:t>Készítette: Elekes Bálint, Győrfi Dániel, Szőts Dávid</a:t>
            </a:r>
            <a:br>
              <a:rPr kumimoji="0" lang="hu-HU" altLang="hu-HU" sz="1700" b="0" i="0" u="none" strike="noStrike" cap="none" normalizeH="0" baseline="0">
                <a:ln>
                  <a:noFill/>
                </a:ln>
                <a:solidFill>
                  <a:schemeClr val="tx2"/>
                </a:solidFill>
                <a:effectLst/>
              </a:rPr>
            </a:br>
            <a:endParaRPr kumimoji="0" lang="hu-HU" altLang="hu-HU" sz="17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Cisco Packet Tracer for Linux Download (2025 Latest)">
            <a:extLst>
              <a:ext uri="{FF2B5EF4-FFF2-40B4-BE49-F238E27FC236}">
                <a16:creationId xmlns:a16="http://schemas.microsoft.com/office/drawing/2014/main" id="{4B59EFBE-3497-0D5D-7FB4-4334E41DA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722" y="2268375"/>
            <a:ext cx="3487557" cy="3487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8081362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Tartalom helye 6" descr="A képen szöveg, diagram, sor, tér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AEEF7C58-DD96-1A5D-7A0B-CAFABF48C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06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A263E5E-AD1F-51B1-63AD-4669B3A8E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Teljes</a:t>
            </a:r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 prototype</a:t>
            </a:r>
            <a:endParaRPr lang="en-US" sz="3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22" name="Straight Connector 15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17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95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4E3952-CDFB-865C-F55D-BDF4B7B77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hu-HU" sz="5400"/>
              <a:t>Fejlesztési osztály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artalom helye 2">
            <a:extLst>
              <a:ext uri="{FF2B5EF4-FFF2-40B4-BE49-F238E27FC236}">
                <a16:creationId xmlns:a16="http://schemas.microsoft.com/office/drawing/2014/main" id="{167D0F13-2FFD-AB27-39C0-52B3EBD1B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736" y="2741893"/>
            <a:ext cx="3890513" cy="395438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 sz="2000">
                <a:ea typeface="+mn-lt"/>
                <a:cs typeface="+mn-lt"/>
              </a:rPr>
              <a:t>Címzés: 192.168.1.0/24</a:t>
            </a:r>
          </a:p>
          <a:p>
            <a:r>
              <a:rPr lang="hu-HU" sz="2000">
                <a:ea typeface="+mn-lt"/>
                <a:cs typeface="+mn-lt"/>
              </a:rPr>
              <a:t>Router: </a:t>
            </a:r>
            <a:r>
              <a:rPr lang="hu-HU" sz="2000" b="1">
                <a:ea typeface="+mn-lt"/>
                <a:cs typeface="+mn-lt"/>
              </a:rPr>
              <a:t>FEJLESZTESI</a:t>
            </a:r>
          </a:p>
          <a:p>
            <a:r>
              <a:rPr lang="hu-HU" sz="2000">
                <a:ea typeface="+mn-lt"/>
                <a:cs typeface="+mn-lt"/>
              </a:rPr>
              <a:t>VPN végpont: Tunnel0 – </a:t>
            </a:r>
            <a:r>
              <a:rPr lang="hu-HU" sz="2000">
                <a:latin typeface="Consolas"/>
                <a:ea typeface="+mn-lt"/>
                <a:cs typeface="+mn-lt"/>
              </a:rPr>
              <a:t>172.16.10.1</a:t>
            </a:r>
            <a:endParaRPr lang="hu-HU" sz="2000">
              <a:latin typeface="Consolas"/>
            </a:endParaRPr>
          </a:p>
          <a:p>
            <a:r>
              <a:rPr lang="hu-HU" sz="2000">
                <a:ea typeface="+mn-lt"/>
                <a:cs typeface="+mn-lt"/>
              </a:rPr>
              <a:t>Funkciók:</a:t>
            </a:r>
          </a:p>
          <a:p>
            <a:pPr lvl="1"/>
            <a:r>
              <a:rPr lang="hu-HU" sz="2000">
                <a:ea typeface="+mn-lt"/>
                <a:cs typeface="+mn-lt"/>
              </a:rPr>
              <a:t>DHCP, DNS, VPN kapcsolat</a:t>
            </a:r>
          </a:p>
          <a:p>
            <a:pPr lvl="1"/>
            <a:r>
              <a:rPr lang="hu-HU" sz="2000">
                <a:ea typeface="+mn-lt"/>
                <a:cs typeface="+mn-lt"/>
              </a:rPr>
              <a:t>Statikus útvonal: 192.168.2.0 → VPN-en keresztül</a:t>
            </a:r>
          </a:p>
          <a:p>
            <a:pPr lvl="1"/>
            <a:r>
              <a:rPr lang="hu-HU" sz="2000">
                <a:ea typeface="+mn-lt"/>
                <a:cs typeface="+mn-lt"/>
              </a:rPr>
              <a:t>RIP hálózati részvétel (10.0.0.0 + 192.168.1.0)</a:t>
            </a:r>
          </a:p>
          <a:p>
            <a:endParaRPr lang="hu-HU" sz="2000"/>
          </a:p>
        </p:txBody>
      </p:sp>
      <p:pic>
        <p:nvPicPr>
          <p:cNvPr id="4" name="Kép 3" descr="A képen szöveg, diagram, képernyőkép, Tervrajz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1DCAEFC-98DD-D70F-15A5-74FBDCA1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822846"/>
            <a:ext cx="6903720" cy="5212308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F9DD6B22-B7F6-7F67-50C3-9E0B3CEAF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45" y="4602874"/>
            <a:ext cx="4521200" cy="9525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BE033CD-A4E7-D8A6-7D5A-E06BF0CBD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5249" y="5294848"/>
            <a:ext cx="45212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57232"/>
      </p:ext>
    </p:extLst>
  </p:cSld>
  <p:clrMapOvr>
    <a:masterClrMapping/>
  </p:clrMapOvr>
  <p:transition spd="slow">
    <p:randomBar dir="ver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3C9983B-BC58-3B4C-15D6-00285CEAC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 fontScale="90000"/>
          </a:bodyPr>
          <a:lstStyle/>
          <a:p>
            <a:r>
              <a:rPr lang="hu-HU" sz="4800" dirty="0">
                <a:ea typeface="+mj-lt"/>
                <a:cs typeface="+mj-lt"/>
              </a:rPr>
              <a:t>Marketing/értékesítési osztály, Főnöki iroda</a:t>
            </a:r>
            <a:endParaRPr lang="hu-HU" sz="4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6334ED-3040-EAA7-A994-CF39E34EA2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89218"/>
            <a:ext cx="4530898" cy="3639450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hu-HU" sz="1700" dirty="0">
                <a:ea typeface="+mn-lt"/>
                <a:cs typeface="+mn-lt"/>
              </a:rPr>
              <a:t>Router: </a:t>
            </a:r>
            <a:r>
              <a:rPr lang="hu-HU" sz="1700" b="1" dirty="0">
                <a:ea typeface="+mn-lt"/>
                <a:cs typeface="+mn-lt"/>
              </a:rPr>
              <a:t>MAR/</a:t>
            </a:r>
            <a:r>
              <a:rPr lang="hu-HU" sz="1700" b="1" dirty="0" err="1">
                <a:ea typeface="+mn-lt"/>
                <a:cs typeface="+mn-lt"/>
              </a:rPr>
              <a:t>ERT_Fonoki</a:t>
            </a:r>
            <a:endParaRPr lang="hu-HU" sz="1700" dirty="0"/>
          </a:p>
          <a:p>
            <a:r>
              <a:rPr lang="hu-HU" sz="1700" dirty="0">
                <a:ea typeface="+mn-lt"/>
                <a:cs typeface="+mn-lt"/>
              </a:rPr>
              <a:t>Címzések:</a:t>
            </a:r>
            <a:endParaRPr lang="hu-HU" sz="1700" dirty="0"/>
          </a:p>
          <a:p>
            <a:r>
              <a:rPr lang="hu-HU" sz="1700" dirty="0">
                <a:ea typeface="+mn-lt"/>
                <a:cs typeface="+mn-lt"/>
              </a:rPr>
              <a:t>192.168.2.0/29 (Marketing)</a:t>
            </a:r>
            <a:endParaRPr lang="hu-HU" sz="1700" dirty="0"/>
          </a:p>
          <a:p>
            <a:r>
              <a:rPr lang="hu-HU" sz="1700" dirty="0">
                <a:ea typeface="+mn-lt"/>
                <a:cs typeface="+mn-lt"/>
              </a:rPr>
              <a:t>192.168.3.0/29 (Főnöki iroda)</a:t>
            </a:r>
            <a:endParaRPr lang="hu-HU" sz="1700" dirty="0"/>
          </a:p>
          <a:p>
            <a:r>
              <a:rPr lang="hu-HU" sz="1700" dirty="0">
                <a:ea typeface="+mn-lt"/>
                <a:cs typeface="+mn-lt"/>
              </a:rPr>
              <a:t>172.20.40.0/29 (Helyi hálózat)</a:t>
            </a:r>
          </a:p>
          <a:p>
            <a:r>
              <a:rPr lang="hu-HU" sz="1700" dirty="0"/>
              <a:t>172.20.30.0/29 (wifi router helyi hálózat)</a:t>
            </a:r>
          </a:p>
          <a:p>
            <a:r>
              <a:rPr lang="hu-HU" sz="1700" dirty="0">
                <a:ea typeface="+mn-lt"/>
                <a:cs typeface="+mn-lt"/>
              </a:rPr>
              <a:t>Funkciók:</a:t>
            </a:r>
          </a:p>
          <a:p>
            <a:r>
              <a:rPr lang="hu-HU" sz="1700" dirty="0">
                <a:ea typeface="+mn-lt"/>
                <a:cs typeface="+mn-lt"/>
              </a:rPr>
              <a:t>VPN kapcsolat a Fejlesztési telephellyel (</a:t>
            </a:r>
            <a:r>
              <a:rPr lang="hu-HU" sz="1700" dirty="0">
                <a:latin typeface="Consolas"/>
              </a:rPr>
              <a:t>172.16.10.2</a:t>
            </a:r>
            <a:r>
              <a:rPr lang="hu-HU" sz="1700" dirty="0">
                <a:ea typeface="+mn-lt"/>
                <a:cs typeface="+mn-lt"/>
              </a:rPr>
              <a:t>)</a:t>
            </a:r>
            <a:endParaRPr lang="hu-HU" sz="1700" dirty="0"/>
          </a:p>
          <a:p>
            <a:r>
              <a:rPr lang="hu-HU" sz="1700" dirty="0">
                <a:ea typeface="+mn-lt"/>
                <a:cs typeface="+mn-lt"/>
              </a:rPr>
              <a:t>DHCP 3 külön hálózatra</a:t>
            </a:r>
            <a:endParaRPr lang="hu-HU" sz="1700" dirty="0"/>
          </a:p>
          <a:p>
            <a:r>
              <a:rPr lang="hu-HU" sz="1700" dirty="0">
                <a:ea typeface="+mn-lt"/>
                <a:cs typeface="+mn-lt"/>
              </a:rPr>
              <a:t>RIP + statikus </a:t>
            </a:r>
            <a:r>
              <a:rPr lang="hu-HU" sz="1700" dirty="0" err="1">
                <a:ea typeface="+mn-lt"/>
                <a:cs typeface="+mn-lt"/>
              </a:rPr>
              <a:t>route</a:t>
            </a:r>
            <a:r>
              <a:rPr lang="hu-HU" sz="1700" dirty="0">
                <a:ea typeface="+mn-lt"/>
                <a:cs typeface="+mn-lt"/>
              </a:rPr>
              <a:t> 192.168.1.0/24</a:t>
            </a:r>
            <a:endParaRPr lang="hu-HU" sz="1700" dirty="0"/>
          </a:p>
          <a:p>
            <a:endParaRPr lang="hu-HU" sz="1700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038F1BA-319C-1DB5-F0D2-399004A74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834922"/>
            <a:ext cx="5150277" cy="301291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1B06223-FAC6-7A50-4D2B-C723F6A0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1831" y="5099566"/>
            <a:ext cx="4521200" cy="9525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BAB8C5C-AB8A-1D8B-BED1-2F7613E87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448" y="4858605"/>
            <a:ext cx="3404361" cy="717211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F1C7789-DBC8-317E-F1C2-1911F9C17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386" y="5217210"/>
            <a:ext cx="4521200" cy="138247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81CF461-759D-78C8-BD71-0DAD479AD0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610" y="5314507"/>
            <a:ext cx="4521200" cy="199917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F168A86-4EB5-AE85-5EB8-C5ACC5799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609" y="4807605"/>
            <a:ext cx="7772400" cy="1663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7114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6F941DC-826B-D84F-4D84-3BA1E7FD9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hu-HU" dirty="0">
                <a:ea typeface="+mj-lt"/>
                <a:cs typeface="+mj-lt"/>
              </a:rPr>
              <a:t>Menedzsment osztály</a:t>
            </a:r>
            <a:endParaRPr lang="hu-HU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638DEC22-D45E-4420-907B-9F78B5F3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578" y="2296837"/>
            <a:ext cx="5843422" cy="2264326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19" name="Rectangle 8">
            <a:extLst>
              <a:ext uri="{FF2B5EF4-FFF2-40B4-BE49-F238E27FC236}">
                <a16:creationId xmlns:a16="http://schemas.microsoft.com/office/drawing/2014/main" id="{C69AC767-9191-A9D3-B0FE-7386220A956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48578" y="1984442"/>
            <a:ext cx="5458838" cy="41925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MENEDZSMENT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VLAN-ok: 10, 20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ACL 101 védi a két VLAN közötti forgalmat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DHCP külön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poolok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menedzsment10 / menedzsment20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Címzés: 172.10.10.0/29 és 172.10.20.0/29</a:t>
            </a:r>
          </a:p>
        </p:txBody>
      </p:sp>
    </p:spTree>
    <p:extLst>
      <p:ext uri="{BB962C8B-B14F-4D97-AF65-F5344CB8AC3E}">
        <p14:creationId xmlns:p14="http://schemas.microsoft.com/office/powerpoint/2010/main" val="25619222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4679844-D743-BF4A-B094-BA62A0F7C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hu-HU" sz="5000"/>
              <a:t>Adminisztratív osztály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DF6A028-6418-92E5-9427-7CE372091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77420"/>
            <a:ext cx="5458968" cy="3903160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3380929-4184-35AF-033F-3612158C00B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39128" y="2664886"/>
            <a:ext cx="4818888" cy="355078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u-HU" altLang="hu-HU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17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ADMINISZTRATIV</a:t>
            </a:r>
            <a:endParaRPr kumimoji="0" lang="hu-HU" altLang="hu-HU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ASA2 tűzfallal összekötve (Gig0/0 ↔ ASA outside 10.0.16.0/30)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DHCP: 192.168.4.0/24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RIP + statikus route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ASA funkciók: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NAT (inside ↔ outside)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Biztonsági szintek: inside 100, outside 0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7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Csak belülről kifelé enged forgalmat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u-HU" altLang="hu-HU" sz="17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0819AE5-6CDA-8F33-D528-127922BA6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3316" y="900239"/>
            <a:ext cx="4521200" cy="9525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26821E-F48A-4F41-9C6E-98F1A5A5E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5622" y="1797176"/>
            <a:ext cx="4521200" cy="538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53647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F2AA78B-B931-272D-3B07-8E4C10C82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hu-HU" dirty="0"/>
              <a:t>Szerverközpont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A2E98C7-2449-A2B0-D175-374A8EC0C2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37034" y="2194102"/>
            <a:ext cx="4438036" cy="390858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SZERVERKOZPONT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IP: 10.100.100.0/24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Tartalmazza: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hu-HU" sz="2000" b="1" dirty="0">
                <a:latin typeface="Arial" panose="020B0604020202020204" pitchFamily="34" charset="0"/>
              </a:rPr>
              <a:t>FTP szerver (10.100.100.2)</a:t>
            </a:r>
            <a:endParaRPr kumimoji="0" lang="hu-HU" altLang="hu-HU" sz="2000" b="1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DNS szerver (10.100.100.3)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Web szerver (10.100.100.4)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Web elérhető DNS néven: </a:t>
            </a:r>
            <a:r>
              <a:rPr kumimoji="0" lang="hu-HU" altLang="hu-HU" sz="2000" b="0" i="0" u="none" strike="noStrike" cap="none" normalizeH="0" baseline="0" dirty="0" err="1">
                <a:ln>
                  <a:noFill/>
                </a:ln>
                <a:effectLst/>
                <a:latin typeface="Arial Unicode MS" panose="020B0604020202020204" pitchFamily="34" charset="-128"/>
              </a:rPr>
              <a:t>csegekft.com</a:t>
            </a:r>
            <a:endParaRPr kumimoji="0" lang="hu-HU" altLang="hu-HU" sz="20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RIP kapcsolat a gerinchálózattal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D8DE302-DE6D-C41A-075F-1DFE9824A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044" y="717012"/>
            <a:ext cx="1832756" cy="572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89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48F7B7D-12F3-8639-052C-DB9C23A90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hu-HU">
                <a:ea typeface="+mj-lt"/>
                <a:cs typeface="+mj-lt"/>
              </a:rPr>
              <a:t>Tesztelési osztály</a:t>
            </a:r>
            <a:endParaRPr lang="hu-HU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65DCFC7-2FD3-740A-CE1F-0EC369063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451092"/>
            <a:ext cx="4777381" cy="3786072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FF351FE3-281A-1B27-CBBF-F9C313AB49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894962" y="1984443"/>
            <a:ext cx="5458838" cy="41925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TESZTELESI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VLAN-ok: 60, 61, 62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Trunk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kapcsolat a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switch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-csel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DHCP a VLAN-okhoz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Switch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biztonság: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Port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Security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max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2 MAC,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restrict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PortFast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BPDU </a:t>
            </a: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Guard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hu-HU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Sticky</a:t>
            </a:r>
            <a:r>
              <a:rPr kumimoji="0" lang="hu-HU" altLang="hu-HU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MAC címek beállítva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C3EC228-E34C-BB15-E7CD-2393F780A7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82" y="1328806"/>
            <a:ext cx="3383909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60801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91AA011-CB1B-0621-23CA-130FFF791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777739"/>
            <a:ext cx="3418990" cy="1412119"/>
          </a:xfrm>
        </p:spPr>
        <p:txBody>
          <a:bodyPr>
            <a:normAutofit/>
          </a:bodyPr>
          <a:lstStyle/>
          <a:p>
            <a:r>
              <a:rPr lang="hu-HU" sz="4800">
                <a:ea typeface="+mj-lt"/>
                <a:cs typeface="+mj-lt"/>
              </a:rPr>
              <a:t>HR osztály</a:t>
            </a:r>
            <a:endParaRPr lang="hu-HU" sz="480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53964BC-2999-759D-F807-34FE5E3768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66" b="12740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onnsiteX0" fmla="*/ 0 w 1371600"/>
              <a:gd name="connsiteY0" fmla="*/ 0 h 18288"/>
              <a:gd name="connsiteX1" fmla="*/ 685800 w 1371600"/>
              <a:gd name="connsiteY1" fmla="*/ 0 h 18288"/>
              <a:gd name="connsiteX2" fmla="*/ 1371600 w 1371600"/>
              <a:gd name="connsiteY2" fmla="*/ 0 h 18288"/>
              <a:gd name="connsiteX3" fmla="*/ 1371600 w 1371600"/>
              <a:gd name="connsiteY3" fmla="*/ 18288 h 18288"/>
              <a:gd name="connsiteX4" fmla="*/ 713232 w 1371600"/>
              <a:gd name="connsiteY4" fmla="*/ 18288 h 18288"/>
              <a:gd name="connsiteX5" fmla="*/ 0 w 1371600"/>
              <a:gd name="connsiteY5" fmla="*/ 18288 h 18288"/>
              <a:gd name="connsiteX6" fmla="*/ 0 w 1371600"/>
              <a:gd name="connsiteY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0461FE0-6CCC-496F-2A7D-0E9C771AEB7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654294" y="4777739"/>
            <a:ext cx="6897626" cy="13992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Router: </a:t>
            </a:r>
            <a:r>
              <a:rPr kumimoji="0" lang="hu-HU" altLang="hu-HU" sz="19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HR</a:t>
            </a:r>
            <a:endParaRPr kumimoji="0" lang="hu-HU" altLang="hu-HU" sz="19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VLAN-ok: 30, 40, 50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DHCP külön alhálózatokra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9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RIP routing 10.0.0.0 + 192.168.x.x hálózatokra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03F213EE-323B-AF7D-2CF7-202D58FFF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0690" y="2952750"/>
            <a:ext cx="2158261" cy="9525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A0E64E6-C696-84C1-9527-84A763FD0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739" y="1000130"/>
            <a:ext cx="2158261" cy="9525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D206667-A16C-3A59-4D13-CB2478964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739" y="0"/>
            <a:ext cx="2158261" cy="9525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E64E620-EC4D-1390-81D4-B25BA8BAD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0689" y="585905"/>
            <a:ext cx="2158261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86719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2C54E-7E05-1A8F-3EA8-43D17A81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hu-HU" sz="4000"/>
              <a:t>Mi az a GIT?</a:t>
            </a:r>
          </a:p>
        </p:txBody>
      </p:sp>
      <p:pic>
        <p:nvPicPr>
          <p:cNvPr id="13" name="Picture 12" descr="A képen napelem, napenergia, Napenergia, Napelemtábla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784E16CA-0F6E-D841-479D-C95F39FFEC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728" r="18924" b="-2"/>
          <a:stretch>
            <a:fillRect/>
          </a:stretch>
        </p:blipFill>
        <p:spPr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</p:spPr>
      </p:pic>
      <p:graphicFrame>
        <p:nvGraphicFramePr>
          <p:cNvPr id="12" name="Rectangle 3">
            <a:extLst>
              <a:ext uri="{FF2B5EF4-FFF2-40B4-BE49-F238E27FC236}">
                <a16:creationId xmlns:a16="http://schemas.microsoft.com/office/drawing/2014/main" id="{32E29C11-F69D-FFCD-26F9-B3B65434FA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6345570"/>
              </p:ext>
            </p:extLst>
          </p:nvPr>
        </p:nvGraphicFramePr>
        <p:xfrm>
          <a:off x="6417734" y="2614612"/>
          <a:ext cx="5291663" cy="37528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945899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A1C05A-ACB1-F449-012F-33E441DB1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47EE7C-5BB4-67D8-AE97-7475AD4C6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hu-HU" sz="4000"/>
              <a:t>Mi az a JIRA?</a:t>
            </a:r>
            <a:endParaRPr lang="hu-HU" sz="4000" dirty="0"/>
          </a:p>
        </p:txBody>
      </p:sp>
      <p:graphicFrame>
        <p:nvGraphicFramePr>
          <p:cNvPr id="12" name="Rectangle 3">
            <a:extLst>
              <a:ext uri="{FF2B5EF4-FFF2-40B4-BE49-F238E27FC236}">
                <a16:creationId xmlns:a16="http://schemas.microsoft.com/office/drawing/2014/main" id="{2CEE9800-0B3E-F890-3A86-0FA0C6860F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7147363"/>
              </p:ext>
            </p:extLst>
          </p:nvPr>
        </p:nvGraphicFramePr>
        <p:xfrm>
          <a:off x="6417734" y="2614612"/>
          <a:ext cx="5291663" cy="37528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Kép 2">
            <a:extLst>
              <a:ext uri="{FF2B5EF4-FFF2-40B4-BE49-F238E27FC236}">
                <a16:creationId xmlns:a16="http://schemas.microsoft.com/office/drawing/2014/main" id="{4AD72E49-9D69-9A34-DA4E-755F800E74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661948"/>
            <a:ext cx="6309137" cy="3752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74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31AE964-0F8A-E864-2616-F0339048EE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5558489" cy="132556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b="0" i="0" u="none" strike="noStrike" cap="none" normalizeH="0" baseline="0">
                <a:ln>
                  <a:noFill/>
                </a:ln>
                <a:effectLst/>
                <a:latin typeface="-webkit-standard"/>
              </a:rPr>
              <a:t>Összefoglalás</a:t>
            </a:r>
            <a:endParaRPr kumimoji="0" lang="hu-HU" altLang="hu-HU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97458B3-3FF8-AA5B-34CD-5E44C7EF79C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25625"/>
            <a:ext cx="5558489" cy="435133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Teljesen működő többtelephelyes vállalati hálózat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VPN kapcsolat a központ és kirendeltségek között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DNS + Web integráció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Teljes hálózati biztonság (tűzfal, ACL, port-security)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hu-HU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További fejlesztési lehetőségek (IPSec, IPv6, monitoring)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Block Arc 16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68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453</Words>
  <Application>Microsoft Macintosh PowerPoint</Application>
  <PresentationFormat>Szélesvásznú</PresentationFormat>
  <Paragraphs>89</Paragraphs>
  <Slides>12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20" baseType="lpstr">
      <vt:lpstr>Arial Unicode MS</vt:lpstr>
      <vt:lpstr>-webkit-standard</vt:lpstr>
      <vt:lpstr>Aptos</vt:lpstr>
      <vt:lpstr>Aptos Display</vt:lpstr>
      <vt:lpstr>Arial</vt:lpstr>
      <vt:lpstr>Calibri</vt:lpstr>
      <vt:lpstr>Consolas</vt:lpstr>
      <vt:lpstr>Office-téma</vt:lpstr>
      <vt:lpstr>CseGe Kft. hálózati prototípus bemutatása</vt:lpstr>
      <vt:lpstr>Teljes prototype</vt:lpstr>
      <vt:lpstr>Fejlesztési osztály</vt:lpstr>
      <vt:lpstr>Marketing/értékesítési osztály, Főnöki iroda</vt:lpstr>
      <vt:lpstr>Menedzsment osztály</vt:lpstr>
      <vt:lpstr>Adminisztratív osztály</vt:lpstr>
      <vt:lpstr>Szerverközpont</vt:lpstr>
      <vt:lpstr>Tesztelési osztály</vt:lpstr>
      <vt:lpstr>HR osztály</vt:lpstr>
      <vt:lpstr>Mi az a GIT?</vt:lpstr>
      <vt:lpstr>Mi az a JIRA?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elekesbalint@sulid.hu</dc:creator>
  <cp:lastModifiedBy>elekesbalint@sulid.hu</cp:lastModifiedBy>
  <cp:revision>10</cp:revision>
  <dcterms:created xsi:type="dcterms:W3CDTF">2025-10-09T10:40:49Z</dcterms:created>
  <dcterms:modified xsi:type="dcterms:W3CDTF">2025-10-14T07:39:50Z</dcterms:modified>
</cp:coreProperties>
</file>