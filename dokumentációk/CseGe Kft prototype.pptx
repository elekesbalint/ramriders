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8" r:id="rId2"/>
    <p:sldId id="273" r:id="rId3"/>
    <p:sldId id="274" r:id="rId4"/>
    <p:sldId id="275" r:id="rId5"/>
    <p:sldId id="276" r:id="rId6"/>
    <p:sldId id="266" r:id="rId7"/>
    <p:sldId id="257" r:id="rId8"/>
    <p:sldId id="259" r:id="rId9"/>
    <p:sldId id="261" r:id="rId10"/>
    <p:sldId id="262" r:id="rId11"/>
    <p:sldId id="263" r:id="rId12"/>
    <p:sldId id="264" r:id="rId13"/>
    <p:sldId id="265" r:id="rId14"/>
    <p:sldId id="268" r:id="rId15"/>
    <p:sldId id="270" r:id="rId16"/>
    <p:sldId id="272" r:id="rId17"/>
    <p:sldId id="271" r:id="rId18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40EB90-D1FC-447D-3FF2-7E0143BA534A}" v="18" dt="2025-10-09T11:17:37.216"/>
    <p1510:client id="{62C276E5-D98B-5B01-1E10-9569FCC8B718}" v="85" dt="2025-10-09T11:17:14.6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668"/>
    <p:restoredTop sz="94694"/>
  </p:normalViewPr>
  <p:slideViewPr>
    <p:cSldViewPr snapToGrid="0">
      <p:cViewPr varScale="1">
        <p:scale>
          <a:sx n="114" d="100"/>
          <a:sy n="114" d="100"/>
        </p:scale>
        <p:origin x="168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5169F83-73A4-4799-9546-FA31F7FF3348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0F9148B-32B0-421D-89B4-805902753877}">
      <dgm:prSet/>
      <dgm:spPr/>
      <dgm:t>
        <a:bodyPr/>
        <a:lstStyle/>
        <a:p>
          <a:r>
            <a:rPr lang="hu-HU" dirty="0"/>
            <a:t>Fő feladatok:</a:t>
          </a:r>
          <a:endParaRPr lang="en-US" dirty="0"/>
        </a:p>
      </dgm:t>
    </dgm:pt>
    <dgm:pt modelId="{09CE78B4-AEAF-474D-9AE2-9EBC4C5077A3}" type="parTrans" cxnId="{ADAC16E4-710F-4900-A381-8EC34E606D19}">
      <dgm:prSet/>
      <dgm:spPr/>
      <dgm:t>
        <a:bodyPr/>
        <a:lstStyle/>
        <a:p>
          <a:endParaRPr lang="en-US"/>
        </a:p>
      </dgm:t>
    </dgm:pt>
    <dgm:pt modelId="{F9FE8659-E559-46E0-9690-97BD414E9B8E}" type="sibTrans" cxnId="{ADAC16E4-710F-4900-A381-8EC34E606D19}">
      <dgm:prSet/>
      <dgm:spPr/>
      <dgm:t>
        <a:bodyPr/>
        <a:lstStyle/>
        <a:p>
          <a:endParaRPr lang="en-US"/>
        </a:p>
      </dgm:t>
    </dgm:pt>
    <dgm:pt modelId="{85E10FBD-49D2-4762-ADF3-6D7B52EAEF99}">
      <dgm:prSet/>
      <dgm:spPr/>
      <dgm:t>
        <a:bodyPr/>
        <a:lstStyle/>
        <a:p>
          <a:r>
            <a:rPr lang="hu-HU" dirty="0"/>
            <a:t>A teljes hálózati architektúra megtervezése és megvalósítása</a:t>
          </a:r>
          <a:endParaRPr lang="en-US" dirty="0"/>
        </a:p>
      </dgm:t>
    </dgm:pt>
    <dgm:pt modelId="{4D8B9D6C-EB61-418F-B72A-1D16E19F39B2}" type="parTrans" cxnId="{94A94228-31F8-4C61-8795-7F05B42BA13E}">
      <dgm:prSet/>
      <dgm:spPr/>
      <dgm:t>
        <a:bodyPr/>
        <a:lstStyle/>
        <a:p>
          <a:endParaRPr lang="en-US"/>
        </a:p>
      </dgm:t>
    </dgm:pt>
    <dgm:pt modelId="{26BEAE47-7EF1-4136-A340-1B0558147A8B}" type="sibTrans" cxnId="{94A94228-31F8-4C61-8795-7F05B42BA13E}">
      <dgm:prSet/>
      <dgm:spPr/>
      <dgm:t>
        <a:bodyPr/>
        <a:lstStyle/>
        <a:p>
          <a:endParaRPr lang="en-US"/>
        </a:p>
      </dgm:t>
    </dgm:pt>
    <dgm:pt modelId="{F1473029-9FAC-4ABC-83A4-1AF9887362FD}">
      <dgm:prSet/>
      <dgm:spPr/>
      <dgm:t>
        <a:bodyPr/>
        <a:lstStyle/>
        <a:p>
          <a:r>
            <a:rPr lang="hu-HU" dirty="0"/>
            <a:t>Routerek és </a:t>
          </a:r>
          <a:r>
            <a:rPr lang="hu-HU" dirty="0" err="1"/>
            <a:t>switchek</a:t>
          </a:r>
          <a:r>
            <a:rPr lang="hu-HU" dirty="0"/>
            <a:t> részletes konfigurálása Cisco </a:t>
          </a:r>
          <a:r>
            <a:rPr lang="hu-HU" dirty="0" err="1"/>
            <a:t>Packet</a:t>
          </a:r>
          <a:r>
            <a:rPr lang="hu-HU" dirty="0"/>
            <a:t> </a:t>
          </a:r>
          <a:r>
            <a:rPr lang="hu-HU" dirty="0" err="1"/>
            <a:t>Tracerben</a:t>
          </a:r>
          <a:endParaRPr lang="en-US" dirty="0"/>
        </a:p>
      </dgm:t>
    </dgm:pt>
    <dgm:pt modelId="{C7EC11F9-901D-4FC4-90D6-B97D5617FDC4}" type="parTrans" cxnId="{0AF13C7C-53E0-45D2-BA03-9D34AF6D4E79}">
      <dgm:prSet/>
      <dgm:spPr/>
      <dgm:t>
        <a:bodyPr/>
        <a:lstStyle/>
        <a:p>
          <a:endParaRPr lang="en-US"/>
        </a:p>
      </dgm:t>
    </dgm:pt>
    <dgm:pt modelId="{2E25D380-1466-445B-A262-C740BB2979F1}" type="sibTrans" cxnId="{0AF13C7C-53E0-45D2-BA03-9D34AF6D4E79}">
      <dgm:prSet/>
      <dgm:spPr/>
      <dgm:t>
        <a:bodyPr/>
        <a:lstStyle/>
        <a:p>
          <a:endParaRPr lang="en-US"/>
        </a:p>
      </dgm:t>
    </dgm:pt>
    <dgm:pt modelId="{4E2A8173-A935-4B66-B89A-1CAAC7FB579E}">
      <dgm:prSet/>
      <dgm:spPr/>
      <dgm:t>
        <a:bodyPr/>
        <a:lstStyle/>
        <a:p>
          <a:r>
            <a:rPr lang="hu-HU" dirty="0"/>
            <a:t>VLAN-ok és </a:t>
          </a:r>
          <a:r>
            <a:rPr lang="hu-HU" dirty="0" err="1"/>
            <a:t>inter</a:t>
          </a:r>
          <a:r>
            <a:rPr lang="hu-HU" dirty="0"/>
            <a:t>-VLAN </a:t>
          </a:r>
          <a:r>
            <a:rPr lang="hu-HU" dirty="0" err="1"/>
            <a:t>routing</a:t>
          </a:r>
          <a:r>
            <a:rPr lang="hu-HU" dirty="0"/>
            <a:t> kialakítása (router-</a:t>
          </a:r>
          <a:r>
            <a:rPr lang="hu-HU" dirty="0" err="1"/>
            <a:t>on</a:t>
          </a:r>
          <a:r>
            <a:rPr lang="hu-HU" dirty="0"/>
            <a:t>-a-</a:t>
          </a:r>
          <a:r>
            <a:rPr lang="hu-HU" dirty="0" err="1"/>
            <a:t>stick</a:t>
          </a:r>
          <a:r>
            <a:rPr lang="hu-HU" dirty="0"/>
            <a:t> / </a:t>
          </a:r>
          <a:r>
            <a:rPr lang="hu-HU" dirty="0" err="1"/>
            <a:t>multilayer</a:t>
          </a:r>
          <a:r>
            <a:rPr lang="hu-HU" dirty="0"/>
            <a:t> </a:t>
          </a:r>
          <a:r>
            <a:rPr lang="hu-HU" dirty="0" err="1"/>
            <a:t>switch</a:t>
          </a:r>
          <a:r>
            <a:rPr lang="hu-HU" dirty="0"/>
            <a:t>)</a:t>
          </a:r>
          <a:endParaRPr lang="en-US" dirty="0"/>
        </a:p>
      </dgm:t>
    </dgm:pt>
    <dgm:pt modelId="{6C5E78D6-A4A1-4100-B4C6-535607CA351A}" type="parTrans" cxnId="{1F8BA316-E269-4B98-9F2E-D54D74C32346}">
      <dgm:prSet/>
      <dgm:spPr/>
      <dgm:t>
        <a:bodyPr/>
        <a:lstStyle/>
        <a:p>
          <a:endParaRPr lang="en-US"/>
        </a:p>
      </dgm:t>
    </dgm:pt>
    <dgm:pt modelId="{B3EEFBA9-4935-4DA3-B36E-C619762ADA08}" type="sibTrans" cxnId="{1F8BA316-E269-4B98-9F2E-D54D74C32346}">
      <dgm:prSet/>
      <dgm:spPr/>
      <dgm:t>
        <a:bodyPr/>
        <a:lstStyle/>
        <a:p>
          <a:endParaRPr lang="en-US"/>
        </a:p>
      </dgm:t>
    </dgm:pt>
    <dgm:pt modelId="{4F796975-1B10-4359-8197-97712C55815A}">
      <dgm:prSet/>
      <dgm:spPr/>
      <dgm:t>
        <a:bodyPr/>
        <a:lstStyle/>
        <a:p>
          <a:r>
            <a:rPr lang="hu-HU" dirty="0"/>
            <a:t>Hálózati biztonsági megoldások konfigurálása:</a:t>
          </a:r>
          <a:endParaRPr lang="en-US" dirty="0"/>
        </a:p>
      </dgm:t>
    </dgm:pt>
    <dgm:pt modelId="{12A9F1F4-F729-466C-9BB4-DFEC2A285D04}" type="parTrans" cxnId="{DC9D4AC4-FA74-433F-B249-3CEB776E648F}">
      <dgm:prSet/>
      <dgm:spPr/>
      <dgm:t>
        <a:bodyPr/>
        <a:lstStyle/>
        <a:p>
          <a:endParaRPr lang="en-US"/>
        </a:p>
      </dgm:t>
    </dgm:pt>
    <dgm:pt modelId="{D55C9F04-39E3-42FA-A84F-065017B31D3C}" type="sibTrans" cxnId="{DC9D4AC4-FA74-433F-B249-3CEB776E648F}">
      <dgm:prSet/>
      <dgm:spPr/>
      <dgm:t>
        <a:bodyPr/>
        <a:lstStyle/>
        <a:p>
          <a:endParaRPr lang="en-US"/>
        </a:p>
      </dgm:t>
    </dgm:pt>
    <dgm:pt modelId="{173241AE-78AB-431D-A912-5DF83CBC2BE0}">
      <dgm:prSet/>
      <dgm:spPr/>
      <dgm:t>
        <a:bodyPr/>
        <a:lstStyle/>
        <a:p>
          <a:r>
            <a:rPr lang="hu-HU"/>
            <a:t>ACL-ek, Port security, NAT, DHCP, DNS, FTP és web szolgáltatások konfigurálása</a:t>
          </a:r>
          <a:endParaRPr lang="en-US"/>
        </a:p>
      </dgm:t>
    </dgm:pt>
    <dgm:pt modelId="{81BAB3C9-A6AC-4DF7-9A65-B01CB1BF3E02}" type="parTrans" cxnId="{EC990E22-37DC-4834-91D7-A5953D39BA25}">
      <dgm:prSet/>
      <dgm:spPr/>
      <dgm:t>
        <a:bodyPr/>
        <a:lstStyle/>
        <a:p>
          <a:endParaRPr lang="en-US"/>
        </a:p>
      </dgm:t>
    </dgm:pt>
    <dgm:pt modelId="{AC534DB0-0015-4B56-AECC-C7CD3E15F23E}" type="sibTrans" cxnId="{EC990E22-37DC-4834-91D7-A5953D39BA25}">
      <dgm:prSet/>
      <dgm:spPr/>
      <dgm:t>
        <a:bodyPr/>
        <a:lstStyle/>
        <a:p>
          <a:endParaRPr lang="en-US"/>
        </a:p>
      </dgm:t>
    </dgm:pt>
    <dgm:pt modelId="{54A223B7-0A70-4495-9F13-C42D9730A2D8}">
      <dgm:prSet/>
      <dgm:spPr/>
      <dgm:t>
        <a:bodyPr/>
        <a:lstStyle/>
        <a:p>
          <a:r>
            <a:rPr lang="hu-HU"/>
            <a:t>Routing beállítások (statikus útvonalak, OSPF)</a:t>
          </a:r>
          <a:endParaRPr lang="en-US"/>
        </a:p>
      </dgm:t>
    </dgm:pt>
    <dgm:pt modelId="{6AFE3D20-5455-4E72-A158-CEBA6426F6DC}" type="parTrans" cxnId="{9B7F07ED-FA69-4E60-95F0-050EA1A21F14}">
      <dgm:prSet/>
      <dgm:spPr/>
      <dgm:t>
        <a:bodyPr/>
        <a:lstStyle/>
        <a:p>
          <a:endParaRPr lang="en-US"/>
        </a:p>
      </dgm:t>
    </dgm:pt>
    <dgm:pt modelId="{1A765ABC-5579-42CE-B563-BF1B3F0B83B8}" type="sibTrans" cxnId="{9B7F07ED-FA69-4E60-95F0-050EA1A21F14}">
      <dgm:prSet/>
      <dgm:spPr/>
      <dgm:t>
        <a:bodyPr/>
        <a:lstStyle/>
        <a:p>
          <a:endParaRPr lang="en-US"/>
        </a:p>
      </dgm:t>
    </dgm:pt>
    <dgm:pt modelId="{706093BA-466A-4FB4-8E9D-B92C64516D3D}">
      <dgm:prSet/>
      <dgm:spPr/>
      <dgm:t>
        <a:bodyPr/>
        <a:lstStyle/>
        <a:p>
          <a:r>
            <a:rPr lang="hu-HU"/>
            <a:t>Multilayer switch bevezetése a fejlesztési hálózatban</a:t>
          </a:r>
          <a:endParaRPr lang="en-US"/>
        </a:p>
      </dgm:t>
    </dgm:pt>
    <dgm:pt modelId="{28C93681-552F-4CD2-9F8A-624235EFE53A}" type="parTrans" cxnId="{911FE4BD-D772-4753-B237-6730AA10CDAC}">
      <dgm:prSet/>
      <dgm:spPr/>
      <dgm:t>
        <a:bodyPr/>
        <a:lstStyle/>
        <a:p>
          <a:endParaRPr lang="en-US"/>
        </a:p>
      </dgm:t>
    </dgm:pt>
    <dgm:pt modelId="{267733C3-AEEB-405B-B438-C922BAE6E189}" type="sibTrans" cxnId="{911FE4BD-D772-4753-B237-6730AA10CDAC}">
      <dgm:prSet/>
      <dgm:spPr/>
      <dgm:t>
        <a:bodyPr/>
        <a:lstStyle/>
        <a:p>
          <a:endParaRPr lang="en-US"/>
        </a:p>
      </dgm:t>
    </dgm:pt>
    <dgm:pt modelId="{4371727B-957E-45CA-90AA-5481373A3190}">
      <dgm:prSet/>
      <dgm:spPr/>
      <dgm:t>
        <a:bodyPr/>
        <a:lstStyle/>
        <a:p>
          <a:r>
            <a:rPr lang="hu-HU" dirty="0"/>
            <a:t>• A hálózat </a:t>
          </a:r>
          <a:r>
            <a:rPr lang="hu-HU" dirty="0" err="1"/>
            <a:t>müködésének</a:t>
          </a:r>
          <a:r>
            <a:rPr lang="hu-HU" dirty="0"/>
            <a:t> </a:t>
          </a:r>
          <a:r>
            <a:rPr lang="hu-HU" dirty="0" err="1"/>
            <a:t>ellenörzése</a:t>
          </a:r>
          <a:r>
            <a:rPr lang="hu-HU" dirty="0"/>
            <a:t> és hibakeresése</a:t>
          </a:r>
          <a:endParaRPr lang="en-US" dirty="0"/>
        </a:p>
      </dgm:t>
    </dgm:pt>
    <dgm:pt modelId="{976000E4-3F15-4B5A-9701-5087F115D574}" type="parTrans" cxnId="{01CB3CDC-9CB7-4EC8-83DE-6664BE618DC3}">
      <dgm:prSet/>
      <dgm:spPr/>
      <dgm:t>
        <a:bodyPr/>
        <a:lstStyle/>
        <a:p>
          <a:endParaRPr lang="en-US"/>
        </a:p>
      </dgm:t>
    </dgm:pt>
    <dgm:pt modelId="{252B4546-33BF-49DD-BABA-8743F9925558}" type="sibTrans" cxnId="{01CB3CDC-9CB7-4EC8-83DE-6664BE618DC3}">
      <dgm:prSet/>
      <dgm:spPr/>
      <dgm:t>
        <a:bodyPr/>
        <a:lstStyle/>
        <a:p>
          <a:endParaRPr lang="en-US"/>
        </a:p>
      </dgm:t>
    </dgm:pt>
    <dgm:pt modelId="{81D36186-95A0-5D4B-927D-25932088E5CB}">
      <dgm:prSet/>
      <dgm:spPr/>
      <dgm:t>
        <a:bodyPr/>
        <a:lstStyle/>
        <a:p>
          <a:pPr>
            <a:buNone/>
          </a:pPr>
          <a:r>
            <a:rPr lang="hu-HU" b="0" i="0" u="none" dirty="0"/>
            <a:t>Hozzájárulás a projekthez:</a:t>
          </a:r>
        </a:p>
      </dgm:t>
    </dgm:pt>
    <dgm:pt modelId="{F750D9BD-5858-314A-B172-93A82236B0BD}" type="parTrans" cxnId="{238BE744-CEF8-6244-BF55-5442C13F72F1}">
      <dgm:prSet/>
      <dgm:spPr/>
      <dgm:t>
        <a:bodyPr/>
        <a:lstStyle/>
        <a:p>
          <a:endParaRPr lang="hu-HU"/>
        </a:p>
      </dgm:t>
    </dgm:pt>
    <dgm:pt modelId="{9939F389-0AA7-D14F-A382-4334E3BBCA9A}" type="sibTrans" cxnId="{238BE744-CEF8-6244-BF55-5442C13F72F1}">
      <dgm:prSet/>
      <dgm:spPr/>
      <dgm:t>
        <a:bodyPr/>
        <a:lstStyle/>
        <a:p>
          <a:endParaRPr lang="hu-HU"/>
        </a:p>
      </dgm:t>
    </dgm:pt>
    <dgm:pt modelId="{4E836B96-CC45-834A-AD5F-462822663BD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hu-HU" b="0" i="0" u="none" dirty="0"/>
            <a:t>A hálózat technikai megvalósításának </a:t>
          </a:r>
          <a:r>
            <a:rPr lang="hu-HU" b="0" i="0" u="none" dirty="0" err="1"/>
            <a:t>döntó</a:t>
          </a:r>
          <a:r>
            <a:rPr lang="hu-HU" b="0" i="0" u="none" dirty="0"/>
            <a:t> része
Biztonságos és </a:t>
          </a:r>
          <a:r>
            <a:rPr lang="hu-HU" b="0" i="0" u="none" dirty="0" err="1"/>
            <a:t>múködö</a:t>
          </a:r>
          <a:r>
            <a:rPr lang="hu-HU" b="0" i="0" u="none" dirty="0"/>
            <a:t> vállalati hálózati prototípus kialakítása
Projekt szakmai irányítása és technikai összefogása</a:t>
          </a:r>
        </a:p>
        <a:p>
          <a:pPr>
            <a:buNone/>
          </a:pPr>
          <a:endParaRPr lang="hu-HU" b="0" i="0" u="none" dirty="0"/>
        </a:p>
      </dgm:t>
    </dgm:pt>
    <dgm:pt modelId="{2F9CBC5E-F292-C442-A313-3CEF4F589CED}" type="parTrans" cxnId="{AFF3A1F6-42D8-DF43-AFEA-17EA91233EA6}">
      <dgm:prSet/>
      <dgm:spPr/>
      <dgm:t>
        <a:bodyPr/>
        <a:lstStyle/>
        <a:p>
          <a:endParaRPr lang="hu-HU"/>
        </a:p>
      </dgm:t>
    </dgm:pt>
    <dgm:pt modelId="{03ACDB43-14C8-3A40-8616-D8A863C4DF2E}" type="sibTrans" cxnId="{AFF3A1F6-42D8-DF43-AFEA-17EA91233EA6}">
      <dgm:prSet/>
      <dgm:spPr/>
      <dgm:t>
        <a:bodyPr/>
        <a:lstStyle/>
        <a:p>
          <a:endParaRPr lang="hu-HU"/>
        </a:p>
      </dgm:t>
    </dgm:pt>
    <dgm:pt modelId="{07F289EC-85FF-484D-AF32-DEE82A1BE452}" type="pres">
      <dgm:prSet presAssocID="{15169F83-73A4-4799-9546-FA31F7FF3348}" presName="linear" presStyleCnt="0">
        <dgm:presLayoutVars>
          <dgm:dir/>
          <dgm:animLvl val="lvl"/>
          <dgm:resizeHandles val="exact"/>
        </dgm:presLayoutVars>
      </dgm:prSet>
      <dgm:spPr/>
    </dgm:pt>
    <dgm:pt modelId="{3260D535-CD70-5440-94E0-243482E7650B}" type="pres">
      <dgm:prSet presAssocID="{40F9148B-32B0-421D-89B4-805902753877}" presName="parentLin" presStyleCnt="0"/>
      <dgm:spPr/>
    </dgm:pt>
    <dgm:pt modelId="{AACD3AC0-D229-404E-A2F8-A676B59DDF88}" type="pres">
      <dgm:prSet presAssocID="{40F9148B-32B0-421D-89B4-805902753877}" presName="parentLeftMargin" presStyleLbl="node1" presStyleIdx="0" presStyleCnt="5"/>
      <dgm:spPr/>
    </dgm:pt>
    <dgm:pt modelId="{7C6A9E6F-4BE1-394B-8AE2-F65DF8BA0C74}" type="pres">
      <dgm:prSet presAssocID="{40F9148B-32B0-421D-89B4-805902753877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0BCDF91D-0E48-CC4B-A400-0B6082A429B9}" type="pres">
      <dgm:prSet presAssocID="{40F9148B-32B0-421D-89B4-805902753877}" presName="negativeSpace" presStyleCnt="0"/>
      <dgm:spPr/>
    </dgm:pt>
    <dgm:pt modelId="{4991C857-F513-4049-8A7D-0E6D9DAEE92A}" type="pres">
      <dgm:prSet presAssocID="{40F9148B-32B0-421D-89B4-805902753877}" presName="childText" presStyleLbl="conFgAcc1" presStyleIdx="0" presStyleCnt="5">
        <dgm:presLayoutVars>
          <dgm:bulletEnabled val="1"/>
        </dgm:presLayoutVars>
      </dgm:prSet>
      <dgm:spPr/>
    </dgm:pt>
    <dgm:pt modelId="{DC0F925E-8E09-F545-A516-4A90F2B84944}" type="pres">
      <dgm:prSet presAssocID="{F9FE8659-E559-46E0-9690-97BD414E9B8E}" presName="spaceBetweenRectangles" presStyleCnt="0"/>
      <dgm:spPr/>
    </dgm:pt>
    <dgm:pt modelId="{DF91C239-A042-BD44-83C6-6303AD7CCA71}" type="pres">
      <dgm:prSet presAssocID="{54A223B7-0A70-4495-9F13-C42D9730A2D8}" presName="parentLin" presStyleCnt="0"/>
      <dgm:spPr/>
    </dgm:pt>
    <dgm:pt modelId="{9C375EE2-0AA2-3740-A78E-A102BBAF28A2}" type="pres">
      <dgm:prSet presAssocID="{54A223B7-0A70-4495-9F13-C42D9730A2D8}" presName="parentLeftMargin" presStyleLbl="node1" presStyleIdx="0" presStyleCnt="5"/>
      <dgm:spPr/>
    </dgm:pt>
    <dgm:pt modelId="{411B3A44-E584-6D4C-BE1F-B00426E876C0}" type="pres">
      <dgm:prSet presAssocID="{54A223B7-0A70-4495-9F13-C42D9730A2D8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897FD7D6-8A19-8F49-83A2-09064327B6D9}" type="pres">
      <dgm:prSet presAssocID="{54A223B7-0A70-4495-9F13-C42D9730A2D8}" presName="negativeSpace" presStyleCnt="0"/>
      <dgm:spPr/>
    </dgm:pt>
    <dgm:pt modelId="{9EBBE25A-E074-6343-968E-8ADBBE46CF01}" type="pres">
      <dgm:prSet presAssocID="{54A223B7-0A70-4495-9F13-C42D9730A2D8}" presName="childText" presStyleLbl="conFgAcc1" presStyleIdx="1" presStyleCnt="5">
        <dgm:presLayoutVars>
          <dgm:bulletEnabled val="1"/>
        </dgm:presLayoutVars>
      </dgm:prSet>
      <dgm:spPr/>
    </dgm:pt>
    <dgm:pt modelId="{B22F5135-880A-0348-ADA5-291A761F5930}" type="pres">
      <dgm:prSet presAssocID="{1A765ABC-5579-42CE-B563-BF1B3F0B83B8}" presName="spaceBetweenRectangles" presStyleCnt="0"/>
      <dgm:spPr/>
    </dgm:pt>
    <dgm:pt modelId="{5F9D7DC6-C2C7-354B-AD80-D83D01DDBD97}" type="pres">
      <dgm:prSet presAssocID="{706093BA-466A-4FB4-8E9D-B92C64516D3D}" presName="parentLin" presStyleCnt="0"/>
      <dgm:spPr/>
    </dgm:pt>
    <dgm:pt modelId="{57D1DE5C-EAC0-9344-92AC-B2852BD83FFF}" type="pres">
      <dgm:prSet presAssocID="{706093BA-466A-4FB4-8E9D-B92C64516D3D}" presName="parentLeftMargin" presStyleLbl="node1" presStyleIdx="1" presStyleCnt="5"/>
      <dgm:spPr/>
    </dgm:pt>
    <dgm:pt modelId="{7AB418CD-C80B-E645-997B-1E89954C109F}" type="pres">
      <dgm:prSet presAssocID="{706093BA-466A-4FB4-8E9D-B92C64516D3D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851F0A52-EB56-A94B-A664-2DB2F209ECB6}" type="pres">
      <dgm:prSet presAssocID="{706093BA-466A-4FB4-8E9D-B92C64516D3D}" presName="negativeSpace" presStyleCnt="0"/>
      <dgm:spPr/>
    </dgm:pt>
    <dgm:pt modelId="{65AF51D9-BE78-A849-9E57-0C739029E794}" type="pres">
      <dgm:prSet presAssocID="{706093BA-466A-4FB4-8E9D-B92C64516D3D}" presName="childText" presStyleLbl="conFgAcc1" presStyleIdx="2" presStyleCnt="5">
        <dgm:presLayoutVars>
          <dgm:bulletEnabled val="1"/>
        </dgm:presLayoutVars>
      </dgm:prSet>
      <dgm:spPr/>
    </dgm:pt>
    <dgm:pt modelId="{B43061CA-3EFD-5D42-8FBC-6DBEF1A16B6E}" type="pres">
      <dgm:prSet presAssocID="{267733C3-AEEB-405B-B438-C922BAE6E189}" presName="spaceBetweenRectangles" presStyleCnt="0"/>
      <dgm:spPr/>
    </dgm:pt>
    <dgm:pt modelId="{BF8D076A-1505-C24A-AB76-A8D8301D4838}" type="pres">
      <dgm:prSet presAssocID="{4371727B-957E-45CA-90AA-5481373A3190}" presName="parentLin" presStyleCnt="0"/>
      <dgm:spPr/>
    </dgm:pt>
    <dgm:pt modelId="{4B6F166F-B74A-7B41-B829-73D8EE213FB7}" type="pres">
      <dgm:prSet presAssocID="{4371727B-957E-45CA-90AA-5481373A3190}" presName="parentLeftMargin" presStyleLbl="node1" presStyleIdx="2" presStyleCnt="5"/>
      <dgm:spPr/>
    </dgm:pt>
    <dgm:pt modelId="{45B6442D-1350-CE45-9B91-CDB0C40CBD14}" type="pres">
      <dgm:prSet presAssocID="{4371727B-957E-45CA-90AA-5481373A3190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3DB92B71-5B50-AA48-8811-E1E697DF57D1}" type="pres">
      <dgm:prSet presAssocID="{4371727B-957E-45CA-90AA-5481373A3190}" presName="negativeSpace" presStyleCnt="0"/>
      <dgm:spPr/>
    </dgm:pt>
    <dgm:pt modelId="{E15F7CB0-E721-F040-87F9-FFAA3A430B5C}" type="pres">
      <dgm:prSet presAssocID="{4371727B-957E-45CA-90AA-5481373A3190}" presName="childText" presStyleLbl="conFgAcc1" presStyleIdx="3" presStyleCnt="5">
        <dgm:presLayoutVars>
          <dgm:bulletEnabled val="1"/>
        </dgm:presLayoutVars>
      </dgm:prSet>
      <dgm:spPr/>
    </dgm:pt>
    <dgm:pt modelId="{498343DE-EC18-C640-B9EC-83A626D941DF}" type="pres">
      <dgm:prSet presAssocID="{252B4546-33BF-49DD-BABA-8743F9925558}" presName="spaceBetweenRectangles" presStyleCnt="0"/>
      <dgm:spPr/>
    </dgm:pt>
    <dgm:pt modelId="{EE7B0947-BB1F-FA43-9DD1-EF1D98EA8E92}" type="pres">
      <dgm:prSet presAssocID="{81D36186-95A0-5D4B-927D-25932088E5CB}" presName="parentLin" presStyleCnt="0"/>
      <dgm:spPr/>
    </dgm:pt>
    <dgm:pt modelId="{2A707400-F19B-8B47-B992-BE0A150A4F58}" type="pres">
      <dgm:prSet presAssocID="{81D36186-95A0-5D4B-927D-25932088E5CB}" presName="parentLeftMargin" presStyleLbl="node1" presStyleIdx="3" presStyleCnt="5"/>
      <dgm:spPr/>
    </dgm:pt>
    <dgm:pt modelId="{F4B59C57-3486-BB42-A330-A120B48F00D0}" type="pres">
      <dgm:prSet presAssocID="{81D36186-95A0-5D4B-927D-25932088E5CB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6BE2D37A-F29E-8E44-AE5F-A696664C7C70}" type="pres">
      <dgm:prSet presAssocID="{81D36186-95A0-5D4B-927D-25932088E5CB}" presName="negativeSpace" presStyleCnt="0"/>
      <dgm:spPr/>
    </dgm:pt>
    <dgm:pt modelId="{D30CEB13-D98B-0E44-83FC-AE811DA49236}" type="pres">
      <dgm:prSet presAssocID="{81D36186-95A0-5D4B-927D-25932088E5CB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66FE9E01-1C0E-B142-89AF-6909D9ED00C8}" type="presOf" srcId="{F1473029-9FAC-4ABC-83A4-1AF9887362FD}" destId="{4991C857-F513-4049-8A7D-0E6D9DAEE92A}" srcOrd="0" destOrd="1" presId="urn:microsoft.com/office/officeart/2005/8/layout/list1"/>
    <dgm:cxn modelId="{CD2F9F12-4E23-8F42-931C-195C71E4BC0E}" type="presOf" srcId="{4E2A8173-A935-4B66-B89A-1CAAC7FB579E}" destId="{4991C857-F513-4049-8A7D-0E6D9DAEE92A}" srcOrd="0" destOrd="2" presId="urn:microsoft.com/office/officeart/2005/8/layout/list1"/>
    <dgm:cxn modelId="{1F8BA316-E269-4B98-9F2E-D54D74C32346}" srcId="{40F9148B-32B0-421D-89B4-805902753877}" destId="{4E2A8173-A935-4B66-B89A-1CAAC7FB579E}" srcOrd="2" destOrd="0" parTransId="{6C5E78D6-A4A1-4100-B4C6-535607CA351A}" sibTransId="{B3EEFBA9-4935-4DA3-B36E-C619762ADA08}"/>
    <dgm:cxn modelId="{A455B41F-9B60-9C49-A888-CA5E064B4C10}" type="presOf" srcId="{706093BA-466A-4FB4-8E9D-B92C64516D3D}" destId="{7AB418CD-C80B-E645-997B-1E89954C109F}" srcOrd="1" destOrd="0" presId="urn:microsoft.com/office/officeart/2005/8/layout/list1"/>
    <dgm:cxn modelId="{EC990E22-37DC-4834-91D7-A5953D39BA25}" srcId="{40F9148B-32B0-421D-89B4-805902753877}" destId="{173241AE-78AB-431D-A912-5DF83CBC2BE0}" srcOrd="4" destOrd="0" parTransId="{81BAB3C9-A6AC-4DF7-9A65-B01CB1BF3E02}" sibTransId="{AC534DB0-0015-4B56-AECC-C7CD3E15F23E}"/>
    <dgm:cxn modelId="{94A94228-31F8-4C61-8795-7F05B42BA13E}" srcId="{40F9148B-32B0-421D-89B4-805902753877}" destId="{85E10FBD-49D2-4762-ADF3-6D7B52EAEF99}" srcOrd="0" destOrd="0" parTransId="{4D8B9D6C-EB61-418F-B72A-1D16E19F39B2}" sibTransId="{26BEAE47-7EF1-4136-A340-1B0558147A8B}"/>
    <dgm:cxn modelId="{24221F30-9DD6-AB4D-84C8-2BFF69B9F9BD}" type="presOf" srcId="{173241AE-78AB-431D-A912-5DF83CBC2BE0}" destId="{4991C857-F513-4049-8A7D-0E6D9DAEE92A}" srcOrd="0" destOrd="4" presId="urn:microsoft.com/office/officeart/2005/8/layout/list1"/>
    <dgm:cxn modelId="{4BE59B32-B172-064C-8C85-BEE04CDCE330}" type="presOf" srcId="{81D36186-95A0-5D4B-927D-25932088E5CB}" destId="{F4B59C57-3486-BB42-A330-A120B48F00D0}" srcOrd="1" destOrd="0" presId="urn:microsoft.com/office/officeart/2005/8/layout/list1"/>
    <dgm:cxn modelId="{1AEFAE37-2218-094B-A7D5-3BFCF4246A75}" type="presOf" srcId="{40F9148B-32B0-421D-89B4-805902753877}" destId="{7C6A9E6F-4BE1-394B-8AE2-F65DF8BA0C74}" srcOrd="1" destOrd="0" presId="urn:microsoft.com/office/officeart/2005/8/layout/list1"/>
    <dgm:cxn modelId="{406FCA42-4EA7-034C-BC52-01B2E07DC696}" type="presOf" srcId="{4F796975-1B10-4359-8197-97712C55815A}" destId="{4991C857-F513-4049-8A7D-0E6D9DAEE92A}" srcOrd="0" destOrd="3" presId="urn:microsoft.com/office/officeart/2005/8/layout/list1"/>
    <dgm:cxn modelId="{238BE744-CEF8-6244-BF55-5442C13F72F1}" srcId="{15169F83-73A4-4799-9546-FA31F7FF3348}" destId="{81D36186-95A0-5D4B-927D-25932088E5CB}" srcOrd="4" destOrd="0" parTransId="{F750D9BD-5858-314A-B172-93A82236B0BD}" sibTransId="{9939F389-0AA7-D14F-A382-4334E3BBCA9A}"/>
    <dgm:cxn modelId="{ED496F48-EDD5-AE4D-BDA0-101999790864}" type="presOf" srcId="{4371727B-957E-45CA-90AA-5481373A3190}" destId="{4B6F166F-B74A-7B41-B829-73D8EE213FB7}" srcOrd="0" destOrd="0" presId="urn:microsoft.com/office/officeart/2005/8/layout/list1"/>
    <dgm:cxn modelId="{DEB88C6A-BC6C-F147-B17E-A59FFA1973B5}" type="presOf" srcId="{85E10FBD-49D2-4762-ADF3-6D7B52EAEF99}" destId="{4991C857-F513-4049-8A7D-0E6D9DAEE92A}" srcOrd="0" destOrd="0" presId="urn:microsoft.com/office/officeart/2005/8/layout/list1"/>
    <dgm:cxn modelId="{0AF13C7C-53E0-45D2-BA03-9D34AF6D4E79}" srcId="{40F9148B-32B0-421D-89B4-805902753877}" destId="{F1473029-9FAC-4ABC-83A4-1AF9887362FD}" srcOrd="1" destOrd="0" parTransId="{C7EC11F9-901D-4FC4-90D6-B97D5617FDC4}" sibTransId="{2E25D380-1466-445B-A262-C740BB2979F1}"/>
    <dgm:cxn modelId="{C259127D-633E-1740-A394-17A243976173}" type="presOf" srcId="{54A223B7-0A70-4495-9F13-C42D9730A2D8}" destId="{9C375EE2-0AA2-3740-A78E-A102BBAF28A2}" srcOrd="0" destOrd="0" presId="urn:microsoft.com/office/officeart/2005/8/layout/list1"/>
    <dgm:cxn modelId="{FAD9E37E-BEA9-0B46-9533-4424ABADB76D}" type="presOf" srcId="{15169F83-73A4-4799-9546-FA31F7FF3348}" destId="{07F289EC-85FF-484D-AF32-DEE82A1BE452}" srcOrd="0" destOrd="0" presId="urn:microsoft.com/office/officeart/2005/8/layout/list1"/>
    <dgm:cxn modelId="{160BC17F-EADC-624A-AF28-A337A074ECE5}" type="presOf" srcId="{4E836B96-CC45-834A-AD5F-462822663BDB}" destId="{D30CEB13-D98B-0E44-83FC-AE811DA49236}" srcOrd="0" destOrd="0" presId="urn:microsoft.com/office/officeart/2005/8/layout/list1"/>
    <dgm:cxn modelId="{42AFB796-157F-E149-9137-2FC0AB356EC8}" type="presOf" srcId="{54A223B7-0A70-4495-9F13-C42D9730A2D8}" destId="{411B3A44-E584-6D4C-BE1F-B00426E876C0}" srcOrd="1" destOrd="0" presId="urn:microsoft.com/office/officeart/2005/8/layout/list1"/>
    <dgm:cxn modelId="{5C5834BB-A011-1B45-A4BC-7108F4195777}" type="presOf" srcId="{40F9148B-32B0-421D-89B4-805902753877}" destId="{AACD3AC0-D229-404E-A2F8-A676B59DDF88}" srcOrd="0" destOrd="0" presId="urn:microsoft.com/office/officeart/2005/8/layout/list1"/>
    <dgm:cxn modelId="{911FE4BD-D772-4753-B237-6730AA10CDAC}" srcId="{15169F83-73A4-4799-9546-FA31F7FF3348}" destId="{706093BA-466A-4FB4-8E9D-B92C64516D3D}" srcOrd="2" destOrd="0" parTransId="{28C93681-552F-4CD2-9F8A-624235EFE53A}" sibTransId="{267733C3-AEEB-405B-B438-C922BAE6E189}"/>
    <dgm:cxn modelId="{DC9D4AC4-FA74-433F-B249-3CEB776E648F}" srcId="{40F9148B-32B0-421D-89B4-805902753877}" destId="{4F796975-1B10-4359-8197-97712C55815A}" srcOrd="3" destOrd="0" parTransId="{12A9F1F4-F729-466C-9BB4-DFEC2A285D04}" sibTransId="{D55C9F04-39E3-42FA-A84F-065017B31D3C}"/>
    <dgm:cxn modelId="{93DDBED8-1192-3E48-896B-AAD91F0FA6B4}" type="presOf" srcId="{4371727B-957E-45CA-90AA-5481373A3190}" destId="{45B6442D-1350-CE45-9B91-CDB0C40CBD14}" srcOrd="1" destOrd="0" presId="urn:microsoft.com/office/officeart/2005/8/layout/list1"/>
    <dgm:cxn modelId="{DDF476DB-BF1C-0D4C-9BD9-9812561E9D03}" type="presOf" srcId="{81D36186-95A0-5D4B-927D-25932088E5CB}" destId="{2A707400-F19B-8B47-B992-BE0A150A4F58}" srcOrd="0" destOrd="0" presId="urn:microsoft.com/office/officeart/2005/8/layout/list1"/>
    <dgm:cxn modelId="{01CB3CDC-9CB7-4EC8-83DE-6664BE618DC3}" srcId="{15169F83-73A4-4799-9546-FA31F7FF3348}" destId="{4371727B-957E-45CA-90AA-5481373A3190}" srcOrd="3" destOrd="0" parTransId="{976000E4-3F15-4B5A-9701-5087F115D574}" sibTransId="{252B4546-33BF-49DD-BABA-8743F9925558}"/>
    <dgm:cxn modelId="{ADAC16E4-710F-4900-A381-8EC34E606D19}" srcId="{15169F83-73A4-4799-9546-FA31F7FF3348}" destId="{40F9148B-32B0-421D-89B4-805902753877}" srcOrd="0" destOrd="0" parTransId="{09CE78B4-AEAF-474D-9AE2-9EBC4C5077A3}" sibTransId="{F9FE8659-E559-46E0-9690-97BD414E9B8E}"/>
    <dgm:cxn modelId="{F27837EB-43B3-C34D-BA4A-54A9EBD5E3AD}" type="presOf" srcId="{706093BA-466A-4FB4-8E9D-B92C64516D3D}" destId="{57D1DE5C-EAC0-9344-92AC-B2852BD83FFF}" srcOrd="0" destOrd="0" presId="urn:microsoft.com/office/officeart/2005/8/layout/list1"/>
    <dgm:cxn modelId="{9B7F07ED-FA69-4E60-95F0-050EA1A21F14}" srcId="{15169F83-73A4-4799-9546-FA31F7FF3348}" destId="{54A223B7-0A70-4495-9F13-C42D9730A2D8}" srcOrd="1" destOrd="0" parTransId="{6AFE3D20-5455-4E72-A158-CEBA6426F6DC}" sibTransId="{1A765ABC-5579-42CE-B563-BF1B3F0B83B8}"/>
    <dgm:cxn modelId="{AFF3A1F6-42D8-DF43-AFEA-17EA91233EA6}" srcId="{81D36186-95A0-5D4B-927D-25932088E5CB}" destId="{4E836B96-CC45-834A-AD5F-462822663BDB}" srcOrd="0" destOrd="0" parTransId="{2F9CBC5E-F292-C442-A313-3CEF4F589CED}" sibTransId="{03ACDB43-14C8-3A40-8616-D8A863C4DF2E}"/>
    <dgm:cxn modelId="{1CC95BAD-0C35-EB48-BBEB-295D33C1562E}" type="presParOf" srcId="{07F289EC-85FF-484D-AF32-DEE82A1BE452}" destId="{3260D535-CD70-5440-94E0-243482E7650B}" srcOrd="0" destOrd="0" presId="urn:microsoft.com/office/officeart/2005/8/layout/list1"/>
    <dgm:cxn modelId="{39D8A5C1-DE1E-BF40-8577-C892E98945F1}" type="presParOf" srcId="{3260D535-CD70-5440-94E0-243482E7650B}" destId="{AACD3AC0-D229-404E-A2F8-A676B59DDF88}" srcOrd="0" destOrd="0" presId="urn:microsoft.com/office/officeart/2005/8/layout/list1"/>
    <dgm:cxn modelId="{1E2CC2C0-6F96-D344-8A4F-36202016E39C}" type="presParOf" srcId="{3260D535-CD70-5440-94E0-243482E7650B}" destId="{7C6A9E6F-4BE1-394B-8AE2-F65DF8BA0C74}" srcOrd="1" destOrd="0" presId="urn:microsoft.com/office/officeart/2005/8/layout/list1"/>
    <dgm:cxn modelId="{F1EDB70E-98C1-F04D-A5A6-523EC281C9EE}" type="presParOf" srcId="{07F289EC-85FF-484D-AF32-DEE82A1BE452}" destId="{0BCDF91D-0E48-CC4B-A400-0B6082A429B9}" srcOrd="1" destOrd="0" presId="urn:microsoft.com/office/officeart/2005/8/layout/list1"/>
    <dgm:cxn modelId="{BD91ECDC-700F-B146-A6FF-77956BFB3A2B}" type="presParOf" srcId="{07F289EC-85FF-484D-AF32-DEE82A1BE452}" destId="{4991C857-F513-4049-8A7D-0E6D9DAEE92A}" srcOrd="2" destOrd="0" presId="urn:microsoft.com/office/officeart/2005/8/layout/list1"/>
    <dgm:cxn modelId="{6497A6C5-64B4-8C4A-AFEF-DA73679603C7}" type="presParOf" srcId="{07F289EC-85FF-484D-AF32-DEE82A1BE452}" destId="{DC0F925E-8E09-F545-A516-4A90F2B84944}" srcOrd="3" destOrd="0" presId="urn:microsoft.com/office/officeart/2005/8/layout/list1"/>
    <dgm:cxn modelId="{1C07149F-1834-684E-B89E-E44A2EE1F4EB}" type="presParOf" srcId="{07F289EC-85FF-484D-AF32-DEE82A1BE452}" destId="{DF91C239-A042-BD44-83C6-6303AD7CCA71}" srcOrd="4" destOrd="0" presId="urn:microsoft.com/office/officeart/2005/8/layout/list1"/>
    <dgm:cxn modelId="{09A741F2-6687-2949-AB48-D750A16E3CD2}" type="presParOf" srcId="{DF91C239-A042-BD44-83C6-6303AD7CCA71}" destId="{9C375EE2-0AA2-3740-A78E-A102BBAF28A2}" srcOrd="0" destOrd="0" presId="urn:microsoft.com/office/officeart/2005/8/layout/list1"/>
    <dgm:cxn modelId="{0818C621-2739-6A4A-8E91-51012C38139D}" type="presParOf" srcId="{DF91C239-A042-BD44-83C6-6303AD7CCA71}" destId="{411B3A44-E584-6D4C-BE1F-B00426E876C0}" srcOrd="1" destOrd="0" presId="urn:microsoft.com/office/officeart/2005/8/layout/list1"/>
    <dgm:cxn modelId="{0EC0E6F7-4DDE-C94C-ACBD-B5FCB86AF76B}" type="presParOf" srcId="{07F289EC-85FF-484D-AF32-DEE82A1BE452}" destId="{897FD7D6-8A19-8F49-83A2-09064327B6D9}" srcOrd="5" destOrd="0" presId="urn:microsoft.com/office/officeart/2005/8/layout/list1"/>
    <dgm:cxn modelId="{F56D86CC-B9E7-CA41-AFFF-37AC16022CD1}" type="presParOf" srcId="{07F289EC-85FF-484D-AF32-DEE82A1BE452}" destId="{9EBBE25A-E074-6343-968E-8ADBBE46CF01}" srcOrd="6" destOrd="0" presId="urn:microsoft.com/office/officeart/2005/8/layout/list1"/>
    <dgm:cxn modelId="{730597C0-6157-9040-AE2A-38EB832C737D}" type="presParOf" srcId="{07F289EC-85FF-484D-AF32-DEE82A1BE452}" destId="{B22F5135-880A-0348-ADA5-291A761F5930}" srcOrd="7" destOrd="0" presId="urn:microsoft.com/office/officeart/2005/8/layout/list1"/>
    <dgm:cxn modelId="{11F767AC-EF83-B041-B95F-2E3CE9EC613A}" type="presParOf" srcId="{07F289EC-85FF-484D-AF32-DEE82A1BE452}" destId="{5F9D7DC6-C2C7-354B-AD80-D83D01DDBD97}" srcOrd="8" destOrd="0" presId="urn:microsoft.com/office/officeart/2005/8/layout/list1"/>
    <dgm:cxn modelId="{53F67B4A-5F24-AA48-B60C-03CC4EB7E303}" type="presParOf" srcId="{5F9D7DC6-C2C7-354B-AD80-D83D01DDBD97}" destId="{57D1DE5C-EAC0-9344-92AC-B2852BD83FFF}" srcOrd="0" destOrd="0" presId="urn:microsoft.com/office/officeart/2005/8/layout/list1"/>
    <dgm:cxn modelId="{8D82D875-E764-E841-B95F-077583FE108A}" type="presParOf" srcId="{5F9D7DC6-C2C7-354B-AD80-D83D01DDBD97}" destId="{7AB418CD-C80B-E645-997B-1E89954C109F}" srcOrd="1" destOrd="0" presId="urn:microsoft.com/office/officeart/2005/8/layout/list1"/>
    <dgm:cxn modelId="{3AD5E334-5ABE-D04A-9B6E-2600C764FC9A}" type="presParOf" srcId="{07F289EC-85FF-484D-AF32-DEE82A1BE452}" destId="{851F0A52-EB56-A94B-A664-2DB2F209ECB6}" srcOrd="9" destOrd="0" presId="urn:microsoft.com/office/officeart/2005/8/layout/list1"/>
    <dgm:cxn modelId="{76E5564A-159E-2D4C-93D5-67A8B834F6B9}" type="presParOf" srcId="{07F289EC-85FF-484D-AF32-DEE82A1BE452}" destId="{65AF51D9-BE78-A849-9E57-0C739029E794}" srcOrd="10" destOrd="0" presId="urn:microsoft.com/office/officeart/2005/8/layout/list1"/>
    <dgm:cxn modelId="{FA0953AA-BD36-E842-A6B5-770C3BF85762}" type="presParOf" srcId="{07F289EC-85FF-484D-AF32-DEE82A1BE452}" destId="{B43061CA-3EFD-5D42-8FBC-6DBEF1A16B6E}" srcOrd="11" destOrd="0" presId="urn:microsoft.com/office/officeart/2005/8/layout/list1"/>
    <dgm:cxn modelId="{4122B684-868E-FA4C-994F-414A3BEF49FD}" type="presParOf" srcId="{07F289EC-85FF-484D-AF32-DEE82A1BE452}" destId="{BF8D076A-1505-C24A-AB76-A8D8301D4838}" srcOrd="12" destOrd="0" presId="urn:microsoft.com/office/officeart/2005/8/layout/list1"/>
    <dgm:cxn modelId="{DDBBB601-C8E3-604A-BAA3-61F5733C442E}" type="presParOf" srcId="{BF8D076A-1505-C24A-AB76-A8D8301D4838}" destId="{4B6F166F-B74A-7B41-B829-73D8EE213FB7}" srcOrd="0" destOrd="0" presId="urn:microsoft.com/office/officeart/2005/8/layout/list1"/>
    <dgm:cxn modelId="{65111E3A-B3D9-E74F-828A-4B36F85B84D5}" type="presParOf" srcId="{BF8D076A-1505-C24A-AB76-A8D8301D4838}" destId="{45B6442D-1350-CE45-9B91-CDB0C40CBD14}" srcOrd="1" destOrd="0" presId="urn:microsoft.com/office/officeart/2005/8/layout/list1"/>
    <dgm:cxn modelId="{6C639EA0-B2A1-224B-A051-55B53E875044}" type="presParOf" srcId="{07F289EC-85FF-484D-AF32-DEE82A1BE452}" destId="{3DB92B71-5B50-AA48-8811-E1E697DF57D1}" srcOrd="13" destOrd="0" presId="urn:microsoft.com/office/officeart/2005/8/layout/list1"/>
    <dgm:cxn modelId="{9AC51A5B-7B73-0241-850D-4EF3F932CF1C}" type="presParOf" srcId="{07F289EC-85FF-484D-AF32-DEE82A1BE452}" destId="{E15F7CB0-E721-F040-87F9-FFAA3A430B5C}" srcOrd="14" destOrd="0" presId="urn:microsoft.com/office/officeart/2005/8/layout/list1"/>
    <dgm:cxn modelId="{4509E7B4-E8D6-0949-9A58-4A428A2E2BF6}" type="presParOf" srcId="{07F289EC-85FF-484D-AF32-DEE82A1BE452}" destId="{498343DE-EC18-C640-B9EC-83A626D941DF}" srcOrd="15" destOrd="0" presId="urn:microsoft.com/office/officeart/2005/8/layout/list1"/>
    <dgm:cxn modelId="{7FD1C4E9-389B-C645-BDCC-02C305F3C25A}" type="presParOf" srcId="{07F289EC-85FF-484D-AF32-DEE82A1BE452}" destId="{EE7B0947-BB1F-FA43-9DD1-EF1D98EA8E92}" srcOrd="16" destOrd="0" presId="urn:microsoft.com/office/officeart/2005/8/layout/list1"/>
    <dgm:cxn modelId="{A680B281-6088-734D-A1A1-D8E8A90A5A84}" type="presParOf" srcId="{EE7B0947-BB1F-FA43-9DD1-EF1D98EA8E92}" destId="{2A707400-F19B-8B47-B992-BE0A150A4F58}" srcOrd="0" destOrd="0" presId="urn:microsoft.com/office/officeart/2005/8/layout/list1"/>
    <dgm:cxn modelId="{856CA8A9-1033-8442-8252-AAAF7994A9B8}" type="presParOf" srcId="{EE7B0947-BB1F-FA43-9DD1-EF1D98EA8E92}" destId="{F4B59C57-3486-BB42-A330-A120B48F00D0}" srcOrd="1" destOrd="0" presId="urn:microsoft.com/office/officeart/2005/8/layout/list1"/>
    <dgm:cxn modelId="{FE886AF1-B2F6-9F4B-ADA4-90D32D8DB024}" type="presParOf" srcId="{07F289EC-85FF-484D-AF32-DEE82A1BE452}" destId="{6BE2D37A-F29E-8E44-AE5F-A696664C7C70}" srcOrd="17" destOrd="0" presId="urn:microsoft.com/office/officeart/2005/8/layout/list1"/>
    <dgm:cxn modelId="{77FCBE9F-D3AC-7747-B0F2-A21FB49AD1B9}" type="presParOf" srcId="{07F289EC-85FF-484D-AF32-DEE82A1BE452}" destId="{D30CEB13-D98B-0E44-83FC-AE811DA49236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1895C67-D646-4ED1-863B-6599F50D0314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4228E321-899F-47A2-A874-B534F3B83143}">
      <dgm:prSet/>
      <dgm:spPr/>
      <dgm:t>
        <a:bodyPr/>
        <a:lstStyle/>
        <a:p>
          <a:r>
            <a:rPr lang="hu-HU"/>
            <a:t>Fő feladatok:</a:t>
          </a:r>
          <a:endParaRPr lang="en-US"/>
        </a:p>
      </dgm:t>
    </dgm:pt>
    <dgm:pt modelId="{B10A3DF0-5E06-4C4F-9AFA-996A6E100BD7}" type="parTrans" cxnId="{4D3A9118-6B3C-4031-AF67-6355BDAC2039}">
      <dgm:prSet/>
      <dgm:spPr/>
      <dgm:t>
        <a:bodyPr/>
        <a:lstStyle/>
        <a:p>
          <a:endParaRPr lang="en-US"/>
        </a:p>
      </dgm:t>
    </dgm:pt>
    <dgm:pt modelId="{470264E8-8E2E-4C71-8EE7-1ADCEA707CE0}" type="sibTrans" cxnId="{4D3A9118-6B3C-4031-AF67-6355BDAC2039}">
      <dgm:prSet/>
      <dgm:spPr/>
      <dgm:t>
        <a:bodyPr/>
        <a:lstStyle/>
        <a:p>
          <a:endParaRPr lang="en-US"/>
        </a:p>
      </dgm:t>
    </dgm:pt>
    <dgm:pt modelId="{58EBAD91-F292-4CA7-900F-B1A1DCA97BE0}">
      <dgm:prSet/>
      <dgm:spPr/>
      <dgm:t>
        <a:bodyPr/>
        <a:lstStyle/>
        <a:p>
          <a:r>
            <a:rPr lang="hu-HU" dirty="0"/>
            <a:t>A hálózat logikai és fizikai felépítésének megtervezése</a:t>
          </a:r>
          <a:endParaRPr lang="en-US" dirty="0"/>
        </a:p>
      </dgm:t>
    </dgm:pt>
    <dgm:pt modelId="{F45F0CC4-53BD-4B7B-9B4B-E323280F5F4D}" type="parTrans" cxnId="{C384A510-C4F4-45C3-B8D1-F9C3B46213AA}">
      <dgm:prSet/>
      <dgm:spPr/>
      <dgm:t>
        <a:bodyPr/>
        <a:lstStyle/>
        <a:p>
          <a:endParaRPr lang="en-US"/>
        </a:p>
      </dgm:t>
    </dgm:pt>
    <dgm:pt modelId="{8DF43530-97A9-44FC-8188-0700EA6C746D}" type="sibTrans" cxnId="{C384A510-C4F4-45C3-B8D1-F9C3B46213AA}">
      <dgm:prSet/>
      <dgm:spPr/>
      <dgm:t>
        <a:bodyPr/>
        <a:lstStyle/>
        <a:p>
          <a:endParaRPr lang="en-US"/>
        </a:p>
      </dgm:t>
    </dgm:pt>
    <dgm:pt modelId="{18A0C8D8-9C1E-4627-9B82-B1581F9A05CA}">
      <dgm:prSet/>
      <dgm:spPr/>
      <dgm:t>
        <a:bodyPr/>
        <a:lstStyle/>
        <a:p>
          <a:r>
            <a:rPr lang="hu-HU"/>
            <a:t>Routerek és switchek alapkonfigurációja</a:t>
          </a:r>
          <a:endParaRPr lang="en-US"/>
        </a:p>
      </dgm:t>
    </dgm:pt>
    <dgm:pt modelId="{57CF8A01-12C3-4AE3-8CC8-06EE21B2D4C7}" type="parTrans" cxnId="{AF473A0A-7ED5-4AB9-B681-FEDDCFE159B2}">
      <dgm:prSet/>
      <dgm:spPr/>
      <dgm:t>
        <a:bodyPr/>
        <a:lstStyle/>
        <a:p>
          <a:endParaRPr lang="en-US"/>
        </a:p>
      </dgm:t>
    </dgm:pt>
    <dgm:pt modelId="{CA8727E6-29AD-4A1D-8F63-8CB508E351A9}" type="sibTrans" cxnId="{AF473A0A-7ED5-4AB9-B681-FEDDCFE159B2}">
      <dgm:prSet/>
      <dgm:spPr/>
      <dgm:t>
        <a:bodyPr/>
        <a:lstStyle/>
        <a:p>
          <a:endParaRPr lang="en-US"/>
        </a:p>
      </dgm:t>
    </dgm:pt>
    <dgm:pt modelId="{5D4A722C-26AB-460D-822B-4D6D7A10D003}">
      <dgm:prSet/>
      <dgm:spPr/>
      <dgm:t>
        <a:bodyPr/>
        <a:lstStyle/>
        <a:p>
          <a:r>
            <a:rPr lang="hu-HU" dirty="0"/>
            <a:t>VLAN-ok kialakítása és végpontok csatlakoztatása</a:t>
          </a:r>
          <a:endParaRPr lang="en-US" dirty="0"/>
        </a:p>
      </dgm:t>
    </dgm:pt>
    <dgm:pt modelId="{7EACC7BF-35D8-4179-9CF0-A3A00689135F}" type="parTrans" cxnId="{2CAC39D3-3834-42CE-BEA9-4EB7271ACB4B}">
      <dgm:prSet/>
      <dgm:spPr/>
      <dgm:t>
        <a:bodyPr/>
        <a:lstStyle/>
        <a:p>
          <a:endParaRPr lang="en-US"/>
        </a:p>
      </dgm:t>
    </dgm:pt>
    <dgm:pt modelId="{12020D2B-6043-424E-9C96-C0BFE3307A83}" type="sibTrans" cxnId="{2CAC39D3-3834-42CE-BEA9-4EB7271ACB4B}">
      <dgm:prSet/>
      <dgm:spPr/>
      <dgm:t>
        <a:bodyPr/>
        <a:lstStyle/>
        <a:p>
          <a:endParaRPr lang="en-US"/>
        </a:p>
      </dgm:t>
    </dgm:pt>
    <dgm:pt modelId="{79814A05-5757-4E60-8F0B-711E56A3E8D7}">
      <dgm:prSet/>
      <dgm:spPr/>
      <dgm:t>
        <a:bodyPr/>
        <a:lstStyle/>
        <a:p>
          <a:r>
            <a:rPr lang="hu-HU"/>
            <a:t>IP-címzés megtervezése (statikus és dinamikus)</a:t>
          </a:r>
          <a:endParaRPr lang="en-US"/>
        </a:p>
      </dgm:t>
    </dgm:pt>
    <dgm:pt modelId="{61FFBADD-D593-457B-91B0-357122DE322F}" type="parTrans" cxnId="{E2D7DA43-47E7-461A-BD17-620105021247}">
      <dgm:prSet/>
      <dgm:spPr/>
      <dgm:t>
        <a:bodyPr/>
        <a:lstStyle/>
        <a:p>
          <a:endParaRPr lang="en-US"/>
        </a:p>
      </dgm:t>
    </dgm:pt>
    <dgm:pt modelId="{38C26C67-1F5B-459F-A4A6-204E5E0C0152}" type="sibTrans" cxnId="{E2D7DA43-47E7-461A-BD17-620105021247}">
      <dgm:prSet/>
      <dgm:spPr/>
      <dgm:t>
        <a:bodyPr/>
        <a:lstStyle/>
        <a:p>
          <a:endParaRPr lang="en-US"/>
        </a:p>
      </dgm:t>
    </dgm:pt>
    <dgm:pt modelId="{B5A98E66-BF2C-4EF1-A63B-96B86674C775}">
      <dgm:prSet/>
      <dgm:spPr/>
      <dgm:t>
        <a:bodyPr/>
        <a:lstStyle/>
        <a:p>
          <a:r>
            <a:rPr lang="hu-HU"/>
            <a:t>Kapcsolatok tesztelése (ping, traceroute)</a:t>
          </a:r>
          <a:endParaRPr lang="en-US"/>
        </a:p>
      </dgm:t>
    </dgm:pt>
    <dgm:pt modelId="{3F2A1FDC-0098-434C-A9C5-3EF7842B9B6F}" type="parTrans" cxnId="{B57CBFB0-4E9D-42D6-B82E-37221302434E}">
      <dgm:prSet/>
      <dgm:spPr/>
      <dgm:t>
        <a:bodyPr/>
        <a:lstStyle/>
        <a:p>
          <a:endParaRPr lang="en-US"/>
        </a:p>
      </dgm:t>
    </dgm:pt>
    <dgm:pt modelId="{82C6F753-EBBA-477C-827C-9DAE4FE27474}" type="sibTrans" cxnId="{B57CBFB0-4E9D-42D6-B82E-37221302434E}">
      <dgm:prSet/>
      <dgm:spPr/>
      <dgm:t>
        <a:bodyPr/>
        <a:lstStyle/>
        <a:p>
          <a:endParaRPr lang="en-US"/>
        </a:p>
      </dgm:t>
    </dgm:pt>
    <dgm:pt modelId="{31052613-B8D0-43D6-9C50-63DBF9999394}">
      <dgm:prSet/>
      <dgm:spPr/>
      <dgm:t>
        <a:bodyPr/>
        <a:lstStyle/>
        <a:p>
          <a:r>
            <a:rPr lang="hu-HU" dirty="0"/>
            <a:t>Hozzájárulás a projekthez:</a:t>
          </a:r>
          <a:endParaRPr lang="en-US" dirty="0"/>
        </a:p>
      </dgm:t>
    </dgm:pt>
    <dgm:pt modelId="{698BD5EC-A4DD-4A45-9D00-220D4058153F}" type="parTrans" cxnId="{8E21453E-A55F-45BE-B923-CE2B598711F5}">
      <dgm:prSet/>
      <dgm:spPr/>
      <dgm:t>
        <a:bodyPr/>
        <a:lstStyle/>
        <a:p>
          <a:endParaRPr lang="en-US"/>
        </a:p>
      </dgm:t>
    </dgm:pt>
    <dgm:pt modelId="{A5F787E7-1D7B-4044-B0AA-06FDF610AA28}" type="sibTrans" cxnId="{8E21453E-A55F-45BE-B923-CE2B598711F5}">
      <dgm:prSet/>
      <dgm:spPr/>
      <dgm:t>
        <a:bodyPr/>
        <a:lstStyle/>
        <a:p>
          <a:endParaRPr lang="en-US"/>
        </a:p>
      </dgm:t>
    </dgm:pt>
    <dgm:pt modelId="{7AA24EC1-4D83-7B48-AC65-B9D1A42B4DAB}">
      <dgm:prSet/>
      <dgm:spPr/>
      <dgm:t>
        <a:bodyPr/>
        <a:lstStyle/>
        <a:p>
          <a:r>
            <a:rPr lang="hu-HU" dirty="0"/>
            <a:t>Telephelyi és </a:t>
          </a:r>
          <a:r>
            <a:rPr lang="hu-HU" dirty="0" err="1"/>
            <a:t>részlegenkénti</a:t>
          </a:r>
          <a:r>
            <a:rPr lang="hu-HU" dirty="0"/>
            <a:t> hálózati struktúra kialakítása
Stabil alap biztosítása a további konfigurációkhoz</a:t>
          </a:r>
          <a:endParaRPr lang="en-US" dirty="0"/>
        </a:p>
      </dgm:t>
    </dgm:pt>
    <dgm:pt modelId="{3CE7DC98-F7E3-AF4D-BB66-627A9220BF2F}" type="parTrans" cxnId="{9325E4BE-E3D7-FC4F-87F0-A54D84DE9B45}">
      <dgm:prSet/>
      <dgm:spPr/>
      <dgm:t>
        <a:bodyPr/>
        <a:lstStyle/>
        <a:p>
          <a:endParaRPr lang="hu-HU"/>
        </a:p>
      </dgm:t>
    </dgm:pt>
    <dgm:pt modelId="{D62B347F-8A01-5643-8F8B-1F97D786CAD9}" type="sibTrans" cxnId="{9325E4BE-E3D7-FC4F-87F0-A54D84DE9B45}">
      <dgm:prSet/>
      <dgm:spPr/>
      <dgm:t>
        <a:bodyPr/>
        <a:lstStyle/>
        <a:p>
          <a:endParaRPr lang="hu-HU"/>
        </a:p>
      </dgm:t>
    </dgm:pt>
    <dgm:pt modelId="{DD2D1355-A55C-4447-8DF2-15BD3A2A987D}" type="pres">
      <dgm:prSet presAssocID="{C1895C67-D646-4ED1-863B-6599F50D0314}" presName="linear" presStyleCnt="0">
        <dgm:presLayoutVars>
          <dgm:dir/>
          <dgm:animLvl val="lvl"/>
          <dgm:resizeHandles val="exact"/>
        </dgm:presLayoutVars>
      </dgm:prSet>
      <dgm:spPr/>
    </dgm:pt>
    <dgm:pt modelId="{B320221B-171C-BE4C-A042-F69D783055CA}" type="pres">
      <dgm:prSet presAssocID="{4228E321-899F-47A2-A874-B534F3B83143}" presName="parentLin" presStyleCnt="0"/>
      <dgm:spPr/>
    </dgm:pt>
    <dgm:pt modelId="{CE5C908C-237B-0549-8920-40FD2596AD05}" type="pres">
      <dgm:prSet presAssocID="{4228E321-899F-47A2-A874-B534F3B83143}" presName="parentLeftMargin" presStyleLbl="node1" presStyleIdx="0" presStyleCnt="2"/>
      <dgm:spPr/>
    </dgm:pt>
    <dgm:pt modelId="{35CF27D6-ED3B-4E40-A034-ABC1F9FEFBC1}" type="pres">
      <dgm:prSet presAssocID="{4228E321-899F-47A2-A874-B534F3B8314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E34B667-2B73-EA4A-AEFD-352B34D5555A}" type="pres">
      <dgm:prSet presAssocID="{4228E321-899F-47A2-A874-B534F3B83143}" presName="negativeSpace" presStyleCnt="0"/>
      <dgm:spPr/>
    </dgm:pt>
    <dgm:pt modelId="{BC975E39-828C-6A49-9B40-611F65DFA380}" type="pres">
      <dgm:prSet presAssocID="{4228E321-899F-47A2-A874-B534F3B83143}" presName="childText" presStyleLbl="conFgAcc1" presStyleIdx="0" presStyleCnt="2">
        <dgm:presLayoutVars>
          <dgm:bulletEnabled val="1"/>
        </dgm:presLayoutVars>
      </dgm:prSet>
      <dgm:spPr/>
    </dgm:pt>
    <dgm:pt modelId="{B484BA9C-994A-9849-9011-7C37D7325A6A}" type="pres">
      <dgm:prSet presAssocID="{470264E8-8E2E-4C71-8EE7-1ADCEA707CE0}" presName="spaceBetweenRectangles" presStyleCnt="0"/>
      <dgm:spPr/>
    </dgm:pt>
    <dgm:pt modelId="{09A36E46-CE1F-DE4E-9B8A-0590C65B8AF7}" type="pres">
      <dgm:prSet presAssocID="{31052613-B8D0-43D6-9C50-63DBF9999394}" presName="parentLin" presStyleCnt="0"/>
      <dgm:spPr/>
    </dgm:pt>
    <dgm:pt modelId="{2A47CCC2-89EE-F540-B7DF-164414CB0D11}" type="pres">
      <dgm:prSet presAssocID="{31052613-B8D0-43D6-9C50-63DBF9999394}" presName="parentLeftMargin" presStyleLbl="node1" presStyleIdx="0" presStyleCnt="2"/>
      <dgm:spPr/>
    </dgm:pt>
    <dgm:pt modelId="{2F01B9DB-C62C-4444-B4E4-5921EAF799EB}" type="pres">
      <dgm:prSet presAssocID="{31052613-B8D0-43D6-9C50-63DBF9999394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4D27AB2F-768E-8C42-B3A8-C24C485BFC0C}" type="pres">
      <dgm:prSet presAssocID="{31052613-B8D0-43D6-9C50-63DBF9999394}" presName="negativeSpace" presStyleCnt="0"/>
      <dgm:spPr/>
    </dgm:pt>
    <dgm:pt modelId="{6EC4006E-E1DA-2D4C-A2B2-F9FDA48DA1C3}" type="pres">
      <dgm:prSet presAssocID="{31052613-B8D0-43D6-9C50-63DBF9999394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AF473A0A-7ED5-4AB9-B681-FEDDCFE159B2}" srcId="{4228E321-899F-47A2-A874-B534F3B83143}" destId="{18A0C8D8-9C1E-4627-9B82-B1581F9A05CA}" srcOrd="1" destOrd="0" parTransId="{57CF8A01-12C3-4AE3-8CC8-06EE21B2D4C7}" sibTransId="{CA8727E6-29AD-4A1D-8F63-8CB508E351A9}"/>
    <dgm:cxn modelId="{2158540D-0C03-5947-99B5-7497AD796E05}" type="presOf" srcId="{4228E321-899F-47A2-A874-B534F3B83143}" destId="{CE5C908C-237B-0549-8920-40FD2596AD05}" srcOrd="0" destOrd="0" presId="urn:microsoft.com/office/officeart/2005/8/layout/list1"/>
    <dgm:cxn modelId="{C384A510-C4F4-45C3-B8D1-F9C3B46213AA}" srcId="{4228E321-899F-47A2-A874-B534F3B83143}" destId="{58EBAD91-F292-4CA7-900F-B1A1DCA97BE0}" srcOrd="0" destOrd="0" parTransId="{F45F0CC4-53BD-4B7B-9B4B-E323280F5F4D}" sibTransId="{8DF43530-97A9-44FC-8188-0700EA6C746D}"/>
    <dgm:cxn modelId="{4D3A9118-6B3C-4031-AF67-6355BDAC2039}" srcId="{C1895C67-D646-4ED1-863B-6599F50D0314}" destId="{4228E321-899F-47A2-A874-B534F3B83143}" srcOrd="0" destOrd="0" parTransId="{B10A3DF0-5E06-4C4F-9AFA-996A6E100BD7}" sibTransId="{470264E8-8E2E-4C71-8EE7-1ADCEA707CE0}"/>
    <dgm:cxn modelId="{8E21453E-A55F-45BE-B923-CE2B598711F5}" srcId="{C1895C67-D646-4ED1-863B-6599F50D0314}" destId="{31052613-B8D0-43D6-9C50-63DBF9999394}" srcOrd="1" destOrd="0" parTransId="{698BD5EC-A4DD-4A45-9D00-220D4058153F}" sibTransId="{A5F787E7-1D7B-4044-B0AA-06FDF610AA28}"/>
    <dgm:cxn modelId="{E2D7DA43-47E7-461A-BD17-620105021247}" srcId="{4228E321-899F-47A2-A874-B534F3B83143}" destId="{79814A05-5757-4E60-8F0B-711E56A3E8D7}" srcOrd="3" destOrd="0" parTransId="{61FFBADD-D593-457B-91B0-357122DE322F}" sibTransId="{38C26C67-1F5B-459F-A4A6-204E5E0C0152}"/>
    <dgm:cxn modelId="{EC89C245-B1FF-944F-84FE-FA7CE9FC917A}" type="presOf" srcId="{31052613-B8D0-43D6-9C50-63DBF9999394}" destId="{2A47CCC2-89EE-F540-B7DF-164414CB0D11}" srcOrd="0" destOrd="0" presId="urn:microsoft.com/office/officeart/2005/8/layout/list1"/>
    <dgm:cxn modelId="{D7D93F6B-7FD3-D34C-8A88-7AD3EFE549D2}" type="presOf" srcId="{C1895C67-D646-4ED1-863B-6599F50D0314}" destId="{DD2D1355-A55C-4447-8DF2-15BD3A2A987D}" srcOrd="0" destOrd="0" presId="urn:microsoft.com/office/officeart/2005/8/layout/list1"/>
    <dgm:cxn modelId="{A15AE87F-0E41-654A-9735-4D61DD174F76}" type="presOf" srcId="{18A0C8D8-9C1E-4627-9B82-B1581F9A05CA}" destId="{BC975E39-828C-6A49-9B40-611F65DFA380}" srcOrd="0" destOrd="1" presId="urn:microsoft.com/office/officeart/2005/8/layout/list1"/>
    <dgm:cxn modelId="{7C4EE490-4C0D-1444-A463-53A413A2C283}" type="presOf" srcId="{31052613-B8D0-43D6-9C50-63DBF9999394}" destId="{2F01B9DB-C62C-4444-B4E4-5921EAF799EB}" srcOrd="1" destOrd="0" presId="urn:microsoft.com/office/officeart/2005/8/layout/list1"/>
    <dgm:cxn modelId="{84ECFBA2-32A8-6F44-ADD5-DE3429AB75C0}" type="presOf" srcId="{58EBAD91-F292-4CA7-900F-B1A1DCA97BE0}" destId="{BC975E39-828C-6A49-9B40-611F65DFA380}" srcOrd="0" destOrd="0" presId="urn:microsoft.com/office/officeart/2005/8/layout/list1"/>
    <dgm:cxn modelId="{E6A98BA3-EF4A-6547-87B7-CB89AE711D1B}" type="presOf" srcId="{5D4A722C-26AB-460D-822B-4D6D7A10D003}" destId="{BC975E39-828C-6A49-9B40-611F65DFA380}" srcOrd="0" destOrd="2" presId="urn:microsoft.com/office/officeart/2005/8/layout/list1"/>
    <dgm:cxn modelId="{01CDF7AC-70C0-F146-A400-EB5EAA72E1D7}" type="presOf" srcId="{79814A05-5757-4E60-8F0B-711E56A3E8D7}" destId="{BC975E39-828C-6A49-9B40-611F65DFA380}" srcOrd="0" destOrd="3" presId="urn:microsoft.com/office/officeart/2005/8/layout/list1"/>
    <dgm:cxn modelId="{B57CBFB0-4E9D-42D6-B82E-37221302434E}" srcId="{4228E321-899F-47A2-A874-B534F3B83143}" destId="{B5A98E66-BF2C-4EF1-A63B-96B86674C775}" srcOrd="4" destOrd="0" parTransId="{3F2A1FDC-0098-434C-A9C5-3EF7842B9B6F}" sibTransId="{82C6F753-EBBA-477C-827C-9DAE4FE27474}"/>
    <dgm:cxn modelId="{9325E4BE-E3D7-FC4F-87F0-A54D84DE9B45}" srcId="{31052613-B8D0-43D6-9C50-63DBF9999394}" destId="{7AA24EC1-4D83-7B48-AC65-B9D1A42B4DAB}" srcOrd="0" destOrd="0" parTransId="{3CE7DC98-F7E3-AF4D-BB66-627A9220BF2F}" sibTransId="{D62B347F-8A01-5643-8F8B-1F97D786CAD9}"/>
    <dgm:cxn modelId="{2CAC39D3-3834-42CE-BEA9-4EB7271ACB4B}" srcId="{4228E321-899F-47A2-A874-B534F3B83143}" destId="{5D4A722C-26AB-460D-822B-4D6D7A10D003}" srcOrd="2" destOrd="0" parTransId="{7EACC7BF-35D8-4179-9CF0-A3A00689135F}" sibTransId="{12020D2B-6043-424E-9C96-C0BFE3307A83}"/>
    <dgm:cxn modelId="{51EA6EE6-69D8-4942-BAF5-D07F5EC115D7}" type="presOf" srcId="{4228E321-899F-47A2-A874-B534F3B83143}" destId="{35CF27D6-ED3B-4E40-A034-ABC1F9FEFBC1}" srcOrd="1" destOrd="0" presId="urn:microsoft.com/office/officeart/2005/8/layout/list1"/>
    <dgm:cxn modelId="{F44A39ED-E7F8-814F-B5FA-4D3BF14F82C9}" type="presOf" srcId="{B5A98E66-BF2C-4EF1-A63B-96B86674C775}" destId="{BC975E39-828C-6A49-9B40-611F65DFA380}" srcOrd="0" destOrd="4" presId="urn:microsoft.com/office/officeart/2005/8/layout/list1"/>
    <dgm:cxn modelId="{CABD58F5-0F7E-3042-9983-3EED1C29E87B}" type="presOf" srcId="{7AA24EC1-4D83-7B48-AC65-B9D1A42B4DAB}" destId="{6EC4006E-E1DA-2D4C-A2B2-F9FDA48DA1C3}" srcOrd="0" destOrd="0" presId="urn:microsoft.com/office/officeart/2005/8/layout/list1"/>
    <dgm:cxn modelId="{F45006C3-57A1-5C4B-9F7E-01FBEA34F5B5}" type="presParOf" srcId="{DD2D1355-A55C-4447-8DF2-15BD3A2A987D}" destId="{B320221B-171C-BE4C-A042-F69D783055CA}" srcOrd="0" destOrd="0" presId="urn:microsoft.com/office/officeart/2005/8/layout/list1"/>
    <dgm:cxn modelId="{735EA763-5328-BE44-AFF8-8EE61A480274}" type="presParOf" srcId="{B320221B-171C-BE4C-A042-F69D783055CA}" destId="{CE5C908C-237B-0549-8920-40FD2596AD05}" srcOrd="0" destOrd="0" presId="urn:microsoft.com/office/officeart/2005/8/layout/list1"/>
    <dgm:cxn modelId="{B75921AA-38F5-E84C-A8B3-818A3D00D173}" type="presParOf" srcId="{B320221B-171C-BE4C-A042-F69D783055CA}" destId="{35CF27D6-ED3B-4E40-A034-ABC1F9FEFBC1}" srcOrd="1" destOrd="0" presId="urn:microsoft.com/office/officeart/2005/8/layout/list1"/>
    <dgm:cxn modelId="{01A2D05E-9DF1-E849-81D9-1AFD2727264C}" type="presParOf" srcId="{DD2D1355-A55C-4447-8DF2-15BD3A2A987D}" destId="{BE34B667-2B73-EA4A-AEFD-352B34D5555A}" srcOrd="1" destOrd="0" presId="urn:microsoft.com/office/officeart/2005/8/layout/list1"/>
    <dgm:cxn modelId="{83A34071-9983-CD46-B98B-31915D48FA24}" type="presParOf" srcId="{DD2D1355-A55C-4447-8DF2-15BD3A2A987D}" destId="{BC975E39-828C-6A49-9B40-611F65DFA380}" srcOrd="2" destOrd="0" presId="urn:microsoft.com/office/officeart/2005/8/layout/list1"/>
    <dgm:cxn modelId="{C92B6D6B-BC11-234D-BEE7-A494F457785C}" type="presParOf" srcId="{DD2D1355-A55C-4447-8DF2-15BD3A2A987D}" destId="{B484BA9C-994A-9849-9011-7C37D7325A6A}" srcOrd="3" destOrd="0" presId="urn:microsoft.com/office/officeart/2005/8/layout/list1"/>
    <dgm:cxn modelId="{3FF89EDC-E825-0B48-97EC-954BE7D96699}" type="presParOf" srcId="{DD2D1355-A55C-4447-8DF2-15BD3A2A987D}" destId="{09A36E46-CE1F-DE4E-9B8A-0590C65B8AF7}" srcOrd="4" destOrd="0" presId="urn:microsoft.com/office/officeart/2005/8/layout/list1"/>
    <dgm:cxn modelId="{99350F59-D856-8F4C-B391-B276A3FBC531}" type="presParOf" srcId="{09A36E46-CE1F-DE4E-9B8A-0590C65B8AF7}" destId="{2A47CCC2-89EE-F540-B7DF-164414CB0D11}" srcOrd="0" destOrd="0" presId="urn:microsoft.com/office/officeart/2005/8/layout/list1"/>
    <dgm:cxn modelId="{BC6FAA4D-3219-AA4E-9EEE-7B4AD8A192AD}" type="presParOf" srcId="{09A36E46-CE1F-DE4E-9B8A-0590C65B8AF7}" destId="{2F01B9DB-C62C-4444-B4E4-5921EAF799EB}" srcOrd="1" destOrd="0" presId="urn:microsoft.com/office/officeart/2005/8/layout/list1"/>
    <dgm:cxn modelId="{2081EA3C-3BBA-D040-A21D-A013F50BFB11}" type="presParOf" srcId="{DD2D1355-A55C-4447-8DF2-15BD3A2A987D}" destId="{4D27AB2F-768E-8C42-B3A8-C24C485BFC0C}" srcOrd="5" destOrd="0" presId="urn:microsoft.com/office/officeart/2005/8/layout/list1"/>
    <dgm:cxn modelId="{3A618905-47A1-B84D-973B-6A810B008DEE}" type="presParOf" srcId="{DD2D1355-A55C-4447-8DF2-15BD3A2A987D}" destId="{6EC4006E-E1DA-2D4C-A2B2-F9FDA48DA1C3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1895C67-D646-4ED1-863B-6599F50D0314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228E321-899F-47A2-A874-B534F3B83143}">
      <dgm:prSet/>
      <dgm:spPr/>
      <dgm:t>
        <a:bodyPr/>
        <a:lstStyle/>
        <a:p>
          <a:r>
            <a:rPr lang="hu-HU"/>
            <a:t>Fő feladatok:</a:t>
          </a:r>
          <a:endParaRPr lang="en-US"/>
        </a:p>
      </dgm:t>
    </dgm:pt>
    <dgm:pt modelId="{B10A3DF0-5E06-4C4F-9AFA-996A6E100BD7}" type="parTrans" cxnId="{4D3A9118-6B3C-4031-AF67-6355BDAC2039}">
      <dgm:prSet/>
      <dgm:spPr/>
      <dgm:t>
        <a:bodyPr/>
        <a:lstStyle/>
        <a:p>
          <a:endParaRPr lang="en-US"/>
        </a:p>
      </dgm:t>
    </dgm:pt>
    <dgm:pt modelId="{470264E8-8E2E-4C71-8EE7-1ADCEA707CE0}" type="sibTrans" cxnId="{4D3A9118-6B3C-4031-AF67-6355BDAC2039}">
      <dgm:prSet/>
      <dgm:spPr/>
      <dgm:t>
        <a:bodyPr/>
        <a:lstStyle/>
        <a:p>
          <a:endParaRPr lang="en-US"/>
        </a:p>
      </dgm:t>
    </dgm:pt>
    <dgm:pt modelId="{58EBAD91-F292-4CA7-900F-B1A1DCA97BE0}">
      <dgm:prSet/>
      <dgm:spPr/>
      <dgm:t>
        <a:bodyPr/>
        <a:lstStyle/>
        <a:p>
          <a:r>
            <a:rPr lang="hu-HU" dirty="0" err="1"/>
            <a:t>Jira</a:t>
          </a:r>
          <a:r>
            <a:rPr lang="hu-HU" dirty="0"/>
            <a:t> feladatok létrehozása, frissítése és nyomon követése
</a:t>
          </a:r>
          <a:r>
            <a:rPr lang="hu-HU" dirty="0" err="1"/>
            <a:t>Időráforditások</a:t>
          </a:r>
          <a:r>
            <a:rPr lang="hu-HU" dirty="0"/>
            <a:t> (</a:t>
          </a:r>
          <a:r>
            <a:rPr lang="hu-HU" dirty="0" err="1"/>
            <a:t>worklog</a:t>
          </a:r>
          <a:r>
            <a:rPr lang="hu-HU" dirty="0"/>
            <a:t>) kezelése
Egyszerűbb hálózati konfigurációs feladatok elvégzése
Tesztelési folyamat támogatása (PASS / </a:t>
          </a:r>
          <a:r>
            <a:rPr lang="hu-HU" dirty="0" err="1"/>
            <a:t>FAlL</a:t>
          </a:r>
          <a:r>
            <a:rPr lang="hu-HU" dirty="0"/>
            <a:t> esetek rögzítése)
Dokumentáció kiegészítése és ellenőrzése</a:t>
          </a:r>
          <a:endParaRPr lang="en-US" dirty="0"/>
        </a:p>
      </dgm:t>
    </dgm:pt>
    <dgm:pt modelId="{F45F0CC4-53BD-4B7B-9B4B-E323280F5F4D}" type="parTrans" cxnId="{C384A510-C4F4-45C3-B8D1-F9C3B46213AA}">
      <dgm:prSet/>
      <dgm:spPr/>
      <dgm:t>
        <a:bodyPr/>
        <a:lstStyle/>
        <a:p>
          <a:endParaRPr lang="en-US"/>
        </a:p>
      </dgm:t>
    </dgm:pt>
    <dgm:pt modelId="{8DF43530-97A9-44FC-8188-0700EA6C746D}" type="sibTrans" cxnId="{C384A510-C4F4-45C3-B8D1-F9C3B46213AA}">
      <dgm:prSet/>
      <dgm:spPr/>
      <dgm:t>
        <a:bodyPr/>
        <a:lstStyle/>
        <a:p>
          <a:endParaRPr lang="en-US"/>
        </a:p>
      </dgm:t>
    </dgm:pt>
    <dgm:pt modelId="{31052613-B8D0-43D6-9C50-63DBF9999394}">
      <dgm:prSet/>
      <dgm:spPr/>
      <dgm:t>
        <a:bodyPr/>
        <a:lstStyle/>
        <a:p>
          <a:r>
            <a:rPr lang="hu-HU" dirty="0"/>
            <a:t>Hozzájárulás a projekthez:</a:t>
          </a:r>
          <a:endParaRPr lang="en-US" dirty="0"/>
        </a:p>
      </dgm:t>
    </dgm:pt>
    <dgm:pt modelId="{698BD5EC-A4DD-4A45-9D00-220D4058153F}" type="parTrans" cxnId="{8E21453E-A55F-45BE-B923-CE2B598711F5}">
      <dgm:prSet/>
      <dgm:spPr/>
      <dgm:t>
        <a:bodyPr/>
        <a:lstStyle/>
        <a:p>
          <a:endParaRPr lang="en-US"/>
        </a:p>
      </dgm:t>
    </dgm:pt>
    <dgm:pt modelId="{A5F787E7-1D7B-4044-B0AA-06FDF610AA28}" type="sibTrans" cxnId="{8E21453E-A55F-45BE-B923-CE2B598711F5}">
      <dgm:prSet/>
      <dgm:spPr/>
      <dgm:t>
        <a:bodyPr/>
        <a:lstStyle/>
        <a:p>
          <a:endParaRPr lang="en-US"/>
        </a:p>
      </dgm:t>
    </dgm:pt>
    <dgm:pt modelId="{7AA24EC1-4D83-7B48-AC65-B9D1A42B4DAB}">
      <dgm:prSet/>
      <dgm:spPr/>
      <dgm:t>
        <a:bodyPr/>
        <a:lstStyle/>
        <a:p>
          <a:r>
            <a:rPr lang="hu-HU" dirty="0"/>
            <a:t>Projektátláthatóság biztosítása </a:t>
          </a:r>
          <a:r>
            <a:rPr lang="hu-HU" dirty="0" err="1"/>
            <a:t>Jira</a:t>
          </a:r>
          <a:r>
            <a:rPr lang="hu-HU" dirty="0"/>
            <a:t> segítségével
Adminisztratív és technikai támogatás a csapat számára
Tesztelési és dokumentációs feladatok segítése</a:t>
          </a:r>
          <a:endParaRPr lang="en-US" dirty="0"/>
        </a:p>
      </dgm:t>
    </dgm:pt>
    <dgm:pt modelId="{3CE7DC98-F7E3-AF4D-BB66-627A9220BF2F}" type="parTrans" cxnId="{9325E4BE-E3D7-FC4F-87F0-A54D84DE9B45}">
      <dgm:prSet/>
      <dgm:spPr/>
      <dgm:t>
        <a:bodyPr/>
        <a:lstStyle/>
        <a:p>
          <a:endParaRPr lang="hu-HU"/>
        </a:p>
      </dgm:t>
    </dgm:pt>
    <dgm:pt modelId="{D62B347F-8A01-5643-8F8B-1F97D786CAD9}" type="sibTrans" cxnId="{9325E4BE-E3D7-FC4F-87F0-A54D84DE9B45}">
      <dgm:prSet/>
      <dgm:spPr/>
      <dgm:t>
        <a:bodyPr/>
        <a:lstStyle/>
        <a:p>
          <a:endParaRPr lang="hu-HU"/>
        </a:p>
      </dgm:t>
    </dgm:pt>
    <dgm:pt modelId="{08713243-DF81-BB4D-8CDD-3BD46B2B5BFF}" type="pres">
      <dgm:prSet presAssocID="{C1895C67-D646-4ED1-863B-6599F50D0314}" presName="Name0" presStyleCnt="0">
        <dgm:presLayoutVars>
          <dgm:dir/>
          <dgm:animLvl val="lvl"/>
          <dgm:resizeHandles val="exact"/>
        </dgm:presLayoutVars>
      </dgm:prSet>
      <dgm:spPr/>
    </dgm:pt>
    <dgm:pt modelId="{5B568BBD-4524-8545-BD5E-95715CE2A87C}" type="pres">
      <dgm:prSet presAssocID="{4228E321-899F-47A2-A874-B534F3B83143}" presName="composite" presStyleCnt="0"/>
      <dgm:spPr/>
    </dgm:pt>
    <dgm:pt modelId="{1F71EA1B-D041-BA45-8138-0BA04CF5A2E6}" type="pres">
      <dgm:prSet presAssocID="{4228E321-899F-47A2-A874-B534F3B83143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98EEE2F4-45D8-6846-9DBC-9908893138B4}" type="pres">
      <dgm:prSet presAssocID="{4228E321-899F-47A2-A874-B534F3B83143}" presName="desTx" presStyleLbl="alignAccFollowNode1" presStyleIdx="0" presStyleCnt="2">
        <dgm:presLayoutVars>
          <dgm:bulletEnabled val="1"/>
        </dgm:presLayoutVars>
      </dgm:prSet>
      <dgm:spPr/>
    </dgm:pt>
    <dgm:pt modelId="{6710B455-7574-1742-BF9D-240773010A38}" type="pres">
      <dgm:prSet presAssocID="{470264E8-8E2E-4C71-8EE7-1ADCEA707CE0}" presName="space" presStyleCnt="0"/>
      <dgm:spPr/>
    </dgm:pt>
    <dgm:pt modelId="{BADA41D9-F826-DD41-A09A-34F48FDFCE4C}" type="pres">
      <dgm:prSet presAssocID="{31052613-B8D0-43D6-9C50-63DBF9999394}" presName="composite" presStyleCnt="0"/>
      <dgm:spPr/>
    </dgm:pt>
    <dgm:pt modelId="{8EB472FE-945F-7446-99D5-5B9261F8B987}" type="pres">
      <dgm:prSet presAssocID="{31052613-B8D0-43D6-9C50-63DBF9999394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AD77586D-6AC4-3049-93BA-85E85212072E}" type="pres">
      <dgm:prSet presAssocID="{31052613-B8D0-43D6-9C50-63DBF9999394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C384A510-C4F4-45C3-B8D1-F9C3B46213AA}" srcId="{4228E321-899F-47A2-A874-B534F3B83143}" destId="{58EBAD91-F292-4CA7-900F-B1A1DCA97BE0}" srcOrd="0" destOrd="0" parTransId="{F45F0CC4-53BD-4B7B-9B4B-E323280F5F4D}" sibTransId="{8DF43530-97A9-44FC-8188-0700EA6C746D}"/>
    <dgm:cxn modelId="{4D3A9118-6B3C-4031-AF67-6355BDAC2039}" srcId="{C1895C67-D646-4ED1-863B-6599F50D0314}" destId="{4228E321-899F-47A2-A874-B534F3B83143}" srcOrd="0" destOrd="0" parTransId="{B10A3DF0-5E06-4C4F-9AFA-996A6E100BD7}" sibTransId="{470264E8-8E2E-4C71-8EE7-1ADCEA707CE0}"/>
    <dgm:cxn modelId="{AE931437-506E-7545-8192-437E691F0A21}" type="presOf" srcId="{4228E321-899F-47A2-A874-B534F3B83143}" destId="{1F71EA1B-D041-BA45-8138-0BA04CF5A2E6}" srcOrd="0" destOrd="0" presId="urn:microsoft.com/office/officeart/2005/8/layout/hList1"/>
    <dgm:cxn modelId="{8E21453E-A55F-45BE-B923-CE2B598711F5}" srcId="{C1895C67-D646-4ED1-863B-6599F50D0314}" destId="{31052613-B8D0-43D6-9C50-63DBF9999394}" srcOrd="1" destOrd="0" parTransId="{698BD5EC-A4DD-4A45-9D00-220D4058153F}" sibTransId="{A5F787E7-1D7B-4044-B0AA-06FDF610AA28}"/>
    <dgm:cxn modelId="{B3513891-AE76-B94E-98DF-0C5A1D52F45B}" type="presOf" srcId="{C1895C67-D646-4ED1-863B-6599F50D0314}" destId="{08713243-DF81-BB4D-8CDD-3BD46B2B5BFF}" srcOrd="0" destOrd="0" presId="urn:microsoft.com/office/officeart/2005/8/layout/hList1"/>
    <dgm:cxn modelId="{9325E4BE-E3D7-FC4F-87F0-A54D84DE9B45}" srcId="{31052613-B8D0-43D6-9C50-63DBF9999394}" destId="{7AA24EC1-4D83-7B48-AC65-B9D1A42B4DAB}" srcOrd="0" destOrd="0" parTransId="{3CE7DC98-F7E3-AF4D-BB66-627A9220BF2F}" sibTransId="{D62B347F-8A01-5643-8F8B-1F97D786CAD9}"/>
    <dgm:cxn modelId="{AD2853BF-E06D-EB49-9A46-A110F45B98E8}" type="presOf" srcId="{58EBAD91-F292-4CA7-900F-B1A1DCA97BE0}" destId="{98EEE2F4-45D8-6846-9DBC-9908893138B4}" srcOrd="0" destOrd="0" presId="urn:microsoft.com/office/officeart/2005/8/layout/hList1"/>
    <dgm:cxn modelId="{F6F0D8CC-4BCA-054B-ABC5-CBFEE56EE065}" type="presOf" srcId="{31052613-B8D0-43D6-9C50-63DBF9999394}" destId="{8EB472FE-945F-7446-99D5-5B9261F8B987}" srcOrd="0" destOrd="0" presId="urn:microsoft.com/office/officeart/2005/8/layout/hList1"/>
    <dgm:cxn modelId="{A4C7B6DD-F49F-FA44-9857-C216CB2687A4}" type="presOf" srcId="{7AA24EC1-4D83-7B48-AC65-B9D1A42B4DAB}" destId="{AD77586D-6AC4-3049-93BA-85E85212072E}" srcOrd="0" destOrd="0" presId="urn:microsoft.com/office/officeart/2005/8/layout/hList1"/>
    <dgm:cxn modelId="{0D78B1A9-D84C-254B-8020-FFDB11017DE7}" type="presParOf" srcId="{08713243-DF81-BB4D-8CDD-3BD46B2B5BFF}" destId="{5B568BBD-4524-8545-BD5E-95715CE2A87C}" srcOrd="0" destOrd="0" presId="urn:microsoft.com/office/officeart/2005/8/layout/hList1"/>
    <dgm:cxn modelId="{50E3993F-D412-3846-8ED9-01FC8627DE15}" type="presParOf" srcId="{5B568BBD-4524-8545-BD5E-95715CE2A87C}" destId="{1F71EA1B-D041-BA45-8138-0BA04CF5A2E6}" srcOrd="0" destOrd="0" presId="urn:microsoft.com/office/officeart/2005/8/layout/hList1"/>
    <dgm:cxn modelId="{8D4C775D-8654-BB49-A964-28F4A972B358}" type="presParOf" srcId="{5B568BBD-4524-8545-BD5E-95715CE2A87C}" destId="{98EEE2F4-45D8-6846-9DBC-9908893138B4}" srcOrd="1" destOrd="0" presId="urn:microsoft.com/office/officeart/2005/8/layout/hList1"/>
    <dgm:cxn modelId="{55217FFF-3389-514F-8739-9F973F16C498}" type="presParOf" srcId="{08713243-DF81-BB4D-8CDD-3BD46B2B5BFF}" destId="{6710B455-7574-1742-BF9D-240773010A38}" srcOrd="1" destOrd="0" presId="urn:microsoft.com/office/officeart/2005/8/layout/hList1"/>
    <dgm:cxn modelId="{1918870F-061D-4647-A42E-AB38CFC70285}" type="presParOf" srcId="{08713243-DF81-BB4D-8CDD-3BD46B2B5BFF}" destId="{BADA41D9-F826-DD41-A09A-34F48FDFCE4C}" srcOrd="2" destOrd="0" presId="urn:microsoft.com/office/officeart/2005/8/layout/hList1"/>
    <dgm:cxn modelId="{4447B603-C918-D041-AF2E-B9C40055DF2E}" type="presParOf" srcId="{BADA41D9-F826-DD41-A09A-34F48FDFCE4C}" destId="{8EB472FE-945F-7446-99D5-5B9261F8B987}" srcOrd="0" destOrd="0" presId="urn:microsoft.com/office/officeart/2005/8/layout/hList1"/>
    <dgm:cxn modelId="{37220460-5922-BC44-894E-67A6667B2CD4}" type="presParOf" srcId="{BADA41D9-F826-DD41-A09A-34F48FDFCE4C}" destId="{AD77586D-6AC4-3049-93BA-85E85212072E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1AE37B1-BDEF-435C-8A4D-F4410401F09B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E8290C40-4423-4EE0-9D92-5FBC9CE8F14C}">
      <dgm:prSet/>
      <dgm:spPr/>
      <dgm:t>
        <a:bodyPr/>
        <a:lstStyle/>
        <a:p>
          <a:r>
            <a:rPr lang="hu-HU"/>
            <a:t>A hálózat egy közepes méretű vállalat működését modellezi több részleggel</a:t>
          </a:r>
          <a:endParaRPr lang="en-US"/>
        </a:p>
      </dgm:t>
    </dgm:pt>
    <dgm:pt modelId="{D5B6E3A8-8BA7-4863-9F50-144451D72DEB}" type="parTrans" cxnId="{3FB92C15-7D61-4207-BB6F-C6E9E39F6AEC}">
      <dgm:prSet/>
      <dgm:spPr/>
      <dgm:t>
        <a:bodyPr/>
        <a:lstStyle/>
        <a:p>
          <a:endParaRPr lang="en-US"/>
        </a:p>
      </dgm:t>
    </dgm:pt>
    <dgm:pt modelId="{2FA0B6FB-6415-49EF-B719-561B56660AFC}" type="sibTrans" cxnId="{3FB92C15-7D61-4207-BB6F-C6E9E39F6AEC}">
      <dgm:prSet/>
      <dgm:spPr/>
      <dgm:t>
        <a:bodyPr/>
        <a:lstStyle/>
        <a:p>
          <a:endParaRPr lang="en-US"/>
        </a:p>
      </dgm:t>
    </dgm:pt>
    <dgm:pt modelId="{28C15D5C-3519-4F71-88EC-A94F588DE486}">
      <dgm:prSet/>
      <dgm:spPr/>
      <dgm:t>
        <a:bodyPr/>
        <a:lstStyle/>
        <a:p>
          <a:r>
            <a:rPr lang="hu-HU"/>
            <a:t>A hálózat VLAN-okkal szegmentált, külön alhálózat tartozik az egyes osztályokhoz</a:t>
          </a:r>
          <a:endParaRPr lang="en-US"/>
        </a:p>
      </dgm:t>
    </dgm:pt>
    <dgm:pt modelId="{E148E238-A7F3-415E-A6EB-32C25EF4BBB0}" type="parTrans" cxnId="{94D7AC22-536F-47EC-9899-BC54FAA6D685}">
      <dgm:prSet/>
      <dgm:spPr/>
      <dgm:t>
        <a:bodyPr/>
        <a:lstStyle/>
        <a:p>
          <a:endParaRPr lang="en-US"/>
        </a:p>
      </dgm:t>
    </dgm:pt>
    <dgm:pt modelId="{6AB58E75-8BEE-4055-B1C6-A6B442E8E62E}" type="sibTrans" cxnId="{94D7AC22-536F-47EC-9899-BC54FAA6D685}">
      <dgm:prSet/>
      <dgm:spPr/>
      <dgm:t>
        <a:bodyPr/>
        <a:lstStyle/>
        <a:p>
          <a:endParaRPr lang="en-US"/>
        </a:p>
      </dgm:t>
    </dgm:pt>
    <dgm:pt modelId="{8D2A2475-5F98-42AD-8ABD-839348A68AA8}">
      <dgm:prSet/>
      <dgm:spPr/>
      <dgm:t>
        <a:bodyPr/>
        <a:lstStyle/>
        <a:p>
          <a:r>
            <a:rPr lang="hu-HU"/>
            <a:t>A VLAN-ok közötti kommunikációt inter-VLAN routing biztosítja</a:t>
          </a:r>
          <a:endParaRPr lang="en-US"/>
        </a:p>
      </dgm:t>
    </dgm:pt>
    <dgm:pt modelId="{6BF38F11-F282-4807-B0FC-FC9A5D53FAAD}" type="parTrans" cxnId="{4A596585-57A4-4914-8AA4-E1F3F18DFF8A}">
      <dgm:prSet/>
      <dgm:spPr/>
      <dgm:t>
        <a:bodyPr/>
        <a:lstStyle/>
        <a:p>
          <a:endParaRPr lang="en-US"/>
        </a:p>
      </dgm:t>
    </dgm:pt>
    <dgm:pt modelId="{0712ED74-FFC3-459D-AC4A-2AAAE475F6B1}" type="sibTrans" cxnId="{4A596585-57A4-4914-8AA4-E1F3F18DFF8A}">
      <dgm:prSet/>
      <dgm:spPr/>
      <dgm:t>
        <a:bodyPr/>
        <a:lstStyle/>
        <a:p>
          <a:endParaRPr lang="en-US"/>
        </a:p>
      </dgm:t>
    </dgm:pt>
    <dgm:pt modelId="{E895F371-4610-45EC-8B80-D34C97F12BCD}">
      <dgm:prSet/>
      <dgm:spPr/>
      <dgm:t>
        <a:bodyPr/>
        <a:lstStyle/>
        <a:p>
          <a:r>
            <a:rPr lang="hu-HU" sz="1700" dirty="0"/>
            <a:t>A hálózat </a:t>
          </a:r>
          <a:r>
            <a:rPr lang="hu-HU" sz="1700" dirty="0" err="1"/>
            <a:t>alapvet</a:t>
          </a:r>
          <a:r>
            <a:rPr lang="hu-HU" sz="1700" dirty="0"/>
            <a:t> szolgáltatásai:</a:t>
          </a:r>
          <a:endParaRPr lang="en-US" sz="1700" dirty="0"/>
        </a:p>
      </dgm:t>
    </dgm:pt>
    <dgm:pt modelId="{38C08E96-967E-491E-A03A-2C9A1B9269A7}" type="parTrans" cxnId="{989102F5-2A74-4D5A-8E21-FFBD8507C223}">
      <dgm:prSet/>
      <dgm:spPr/>
      <dgm:t>
        <a:bodyPr/>
        <a:lstStyle/>
        <a:p>
          <a:endParaRPr lang="en-US"/>
        </a:p>
      </dgm:t>
    </dgm:pt>
    <dgm:pt modelId="{0D6553C5-2588-4B94-808A-665BE012399D}" type="sibTrans" cxnId="{989102F5-2A74-4D5A-8E21-FFBD8507C223}">
      <dgm:prSet/>
      <dgm:spPr/>
      <dgm:t>
        <a:bodyPr/>
        <a:lstStyle/>
        <a:p>
          <a:endParaRPr lang="en-US"/>
        </a:p>
      </dgm:t>
    </dgm:pt>
    <dgm:pt modelId="{874D72BC-A6B2-4A39-B2AC-98CF651703AA}">
      <dgm:prSet custT="1"/>
      <dgm:spPr/>
      <dgm:t>
        <a:bodyPr/>
        <a:lstStyle/>
        <a:p>
          <a:r>
            <a:rPr lang="hu-HU" sz="1500" dirty="0"/>
            <a:t>DHCP </a:t>
          </a:r>
          <a:endParaRPr lang="en-US" sz="1500" dirty="0"/>
        </a:p>
      </dgm:t>
    </dgm:pt>
    <dgm:pt modelId="{58E91A2D-6501-42E0-817E-02B886ED4060}" type="parTrans" cxnId="{9138FFB5-5402-4EEC-ABE2-0ED1507A5ECD}">
      <dgm:prSet/>
      <dgm:spPr/>
      <dgm:t>
        <a:bodyPr/>
        <a:lstStyle/>
        <a:p>
          <a:endParaRPr lang="en-US"/>
        </a:p>
      </dgm:t>
    </dgm:pt>
    <dgm:pt modelId="{8945613D-C61D-4C70-B7D7-4C971139F78C}" type="sibTrans" cxnId="{9138FFB5-5402-4EEC-ABE2-0ED1507A5ECD}">
      <dgm:prSet/>
      <dgm:spPr/>
      <dgm:t>
        <a:bodyPr/>
        <a:lstStyle/>
        <a:p>
          <a:endParaRPr lang="en-US"/>
        </a:p>
      </dgm:t>
    </dgm:pt>
    <dgm:pt modelId="{93AC653A-11A1-4BBB-B32A-CAEEC3825045}">
      <dgm:prSet custT="1"/>
      <dgm:spPr/>
      <dgm:t>
        <a:bodyPr/>
        <a:lstStyle/>
        <a:p>
          <a:r>
            <a:rPr lang="hu-HU" sz="1500" dirty="0"/>
            <a:t>DNS </a:t>
          </a:r>
          <a:endParaRPr lang="en-US" sz="1500" dirty="0"/>
        </a:p>
      </dgm:t>
    </dgm:pt>
    <dgm:pt modelId="{7868858A-40E9-4DA3-BEC8-60A392DF2E1C}" type="parTrans" cxnId="{670575C1-ADFF-48F9-BA06-78AA1FEF9DBE}">
      <dgm:prSet/>
      <dgm:spPr/>
      <dgm:t>
        <a:bodyPr/>
        <a:lstStyle/>
        <a:p>
          <a:endParaRPr lang="en-US"/>
        </a:p>
      </dgm:t>
    </dgm:pt>
    <dgm:pt modelId="{596EAF49-6301-4CD1-A5F1-D84851FCA6AB}" type="sibTrans" cxnId="{670575C1-ADFF-48F9-BA06-78AA1FEF9DBE}">
      <dgm:prSet/>
      <dgm:spPr/>
      <dgm:t>
        <a:bodyPr/>
        <a:lstStyle/>
        <a:p>
          <a:endParaRPr lang="en-US"/>
        </a:p>
      </dgm:t>
    </dgm:pt>
    <dgm:pt modelId="{B6A3416C-5BC0-48F9-A7E4-3F8F40E7BF88}">
      <dgm:prSet custT="1"/>
      <dgm:spPr/>
      <dgm:t>
        <a:bodyPr/>
        <a:lstStyle/>
        <a:p>
          <a:r>
            <a:rPr lang="hu-HU" sz="1500" dirty="0"/>
            <a:t>FTP és Web szerver</a:t>
          </a:r>
          <a:endParaRPr lang="en-US" sz="1500" dirty="0"/>
        </a:p>
      </dgm:t>
    </dgm:pt>
    <dgm:pt modelId="{620BF7D4-E4AE-4328-A811-BCC6A454697E}" type="parTrans" cxnId="{7588DC36-F981-48DB-8943-AADE0143D775}">
      <dgm:prSet/>
      <dgm:spPr/>
      <dgm:t>
        <a:bodyPr/>
        <a:lstStyle/>
        <a:p>
          <a:endParaRPr lang="en-US"/>
        </a:p>
      </dgm:t>
    </dgm:pt>
    <dgm:pt modelId="{4963E715-75A7-41DD-870E-DCCF51AF682E}" type="sibTrans" cxnId="{7588DC36-F981-48DB-8943-AADE0143D775}">
      <dgm:prSet/>
      <dgm:spPr/>
      <dgm:t>
        <a:bodyPr/>
        <a:lstStyle/>
        <a:p>
          <a:endParaRPr lang="en-US"/>
        </a:p>
      </dgm:t>
    </dgm:pt>
    <dgm:pt modelId="{AC2A5962-212D-4B7B-B0BF-8AA758BB225A}">
      <dgm:prSet/>
      <dgm:spPr/>
      <dgm:t>
        <a:bodyPr/>
        <a:lstStyle/>
        <a:p>
          <a:r>
            <a:rPr lang="hu-HU"/>
            <a:t>A biztonságot ACL-ek, port security és NAT biztosítia</a:t>
          </a:r>
          <a:endParaRPr lang="en-US"/>
        </a:p>
      </dgm:t>
    </dgm:pt>
    <dgm:pt modelId="{B59AD820-DE98-435D-BAC2-CFB9297F1E86}" type="parTrans" cxnId="{7774E1A1-5595-43B6-8A97-9191D5FCBC1A}">
      <dgm:prSet/>
      <dgm:spPr/>
      <dgm:t>
        <a:bodyPr/>
        <a:lstStyle/>
        <a:p>
          <a:endParaRPr lang="en-US"/>
        </a:p>
      </dgm:t>
    </dgm:pt>
    <dgm:pt modelId="{E862AD49-A93C-4293-A4FD-DE2FFE1D3914}" type="sibTrans" cxnId="{7774E1A1-5595-43B6-8A97-9191D5FCBC1A}">
      <dgm:prSet/>
      <dgm:spPr/>
      <dgm:t>
        <a:bodyPr/>
        <a:lstStyle/>
        <a:p>
          <a:endParaRPr lang="en-US"/>
        </a:p>
      </dgm:t>
    </dgm:pt>
    <dgm:pt modelId="{AA0316C9-3AF9-4EDB-AFA4-91B0A961A98B}">
      <dgm:prSet/>
      <dgm:spPr/>
      <dgm:t>
        <a:bodyPr/>
        <a:lstStyle/>
        <a:p>
          <a:r>
            <a:rPr lang="hu-HU"/>
            <a:t>A prototípus Cisco Packet Tracerben készült, valós vállalati környezetet szimulálva</a:t>
          </a:r>
          <a:endParaRPr lang="en-US"/>
        </a:p>
      </dgm:t>
    </dgm:pt>
    <dgm:pt modelId="{3295EC14-D3A3-488B-92EE-F70BEA6A2831}" type="parTrans" cxnId="{004733B3-0FA2-4EB9-9CC1-15ABF6C368EA}">
      <dgm:prSet/>
      <dgm:spPr/>
      <dgm:t>
        <a:bodyPr/>
        <a:lstStyle/>
        <a:p>
          <a:endParaRPr lang="en-US"/>
        </a:p>
      </dgm:t>
    </dgm:pt>
    <dgm:pt modelId="{C7AD6D57-2F9E-4ED7-9196-E96291C8F316}" type="sibTrans" cxnId="{004733B3-0FA2-4EB9-9CC1-15ABF6C368EA}">
      <dgm:prSet/>
      <dgm:spPr/>
      <dgm:t>
        <a:bodyPr/>
        <a:lstStyle/>
        <a:p>
          <a:endParaRPr lang="en-US"/>
        </a:p>
      </dgm:t>
    </dgm:pt>
    <dgm:pt modelId="{88B39B0A-B36F-9747-A9D7-7E66A9674C54}" type="pres">
      <dgm:prSet presAssocID="{21AE37B1-BDEF-435C-8A4D-F4410401F09B}" presName="Name0" presStyleCnt="0">
        <dgm:presLayoutVars>
          <dgm:dir/>
          <dgm:resizeHandles val="exact"/>
        </dgm:presLayoutVars>
      </dgm:prSet>
      <dgm:spPr/>
    </dgm:pt>
    <dgm:pt modelId="{604DE686-B15F-614B-A728-103C26DAE8F2}" type="pres">
      <dgm:prSet presAssocID="{E8290C40-4423-4EE0-9D92-5FBC9CE8F14C}" presName="node" presStyleLbl="node1" presStyleIdx="0" presStyleCnt="6">
        <dgm:presLayoutVars>
          <dgm:bulletEnabled val="1"/>
        </dgm:presLayoutVars>
      </dgm:prSet>
      <dgm:spPr/>
    </dgm:pt>
    <dgm:pt modelId="{EC44C1A9-2038-DB4E-8A26-FD3A5F2BDF54}" type="pres">
      <dgm:prSet presAssocID="{2FA0B6FB-6415-49EF-B719-561B56660AFC}" presName="sibTrans" presStyleLbl="sibTrans1D1" presStyleIdx="0" presStyleCnt="5"/>
      <dgm:spPr/>
    </dgm:pt>
    <dgm:pt modelId="{8B24EBDE-8FB9-9042-91C8-CAD62C429CCE}" type="pres">
      <dgm:prSet presAssocID="{2FA0B6FB-6415-49EF-B719-561B56660AFC}" presName="connectorText" presStyleLbl="sibTrans1D1" presStyleIdx="0" presStyleCnt="5"/>
      <dgm:spPr/>
    </dgm:pt>
    <dgm:pt modelId="{6DF2C9C0-92D3-7940-A71A-C38E9A81E784}" type="pres">
      <dgm:prSet presAssocID="{28C15D5C-3519-4F71-88EC-A94F588DE486}" presName="node" presStyleLbl="node1" presStyleIdx="1" presStyleCnt="6">
        <dgm:presLayoutVars>
          <dgm:bulletEnabled val="1"/>
        </dgm:presLayoutVars>
      </dgm:prSet>
      <dgm:spPr/>
    </dgm:pt>
    <dgm:pt modelId="{CE6BC82F-D054-0A41-B927-7E5653652C9C}" type="pres">
      <dgm:prSet presAssocID="{6AB58E75-8BEE-4055-B1C6-A6B442E8E62E}" presName="sibTrans" presStyleLbl="sibTrans1D1" presStyleIdx="1" presStyleCnt="5"/>
      <dgm:spPr/>
    </dgm:pt>
    <dgm:pt modelId="{32997169-005E-9944-BD85-189C519E5F1D}" type="pres">
      <dgm:prSet presAssocID="{6AB58E75-8BEE-4055-B1C6-A6B442E8E62E}" presName="connectorText" presStyleLbl="sibTrans1D1" presStyleIdx="1" presStyleCnt="5"/>
      <dgm:spPr/>
    </dgm:pt>
    <dgm:pt modelId="{9C193AAD-62A6-6648-B2C5-5A5819F034FD}" type="pres">
      <dgm:prSet presAssocID="{8D2A2475-5F98-42AD-8ABD-839348A68AA8}" presName="node" presStyleLbl="node1" presStyleIdx="2" presStyleCnt="6">
        <dgm:presLayoutVars>
          <dgm:bulletEnabled val="1"/>
        </dgm:presLayoutVars>
      </dgm:prSet>
      <dgm:spPr/>
    </dgm:pt>
    <dgm:pt modelId="{FE6F09F6-D376-6149-BCBD-DA5417886B0B}" type="pres">
      <dgm:prSet presAssocID="{0712ED74-FFC3-459D-AC4A-2AAAE475F6B1}" presName="sibTrans" presStyleLbl="sibTrans1D1" presStyleIdx="2" presStyleCnt="5"/>
      <dgm:spPr/>
    </dgm:pt>
    <dgm:pt modelId="{B7032396-34DB-A64B-955C-B4EF9F4B72A5}" type="pres">
      <dgm:prSet presAssocID="{0712ED74-FFC3-459D-AC4A-2AAAE475F6B1}" presName="connectorText" presStyleLbl="sibTrans1D1" presStyleIdx="2" presStyleCnt="5"/>
      <dgm:spPr/>
    </dgm:pt>
    <dgm:pt modelId="{BFB972B3-0160-8641-8CCA-FC6A14EE3E6D}" type="pres">
      <dgm:prSet presAssocID="{E895F371-4610-45EC-8B80-D34C97F12BCD}" presName="node" presStyleLbl="node1" presStyleIdx="3" presStyleCnt="6">
        <dgm:presLayoutVars>
          <dgm:bulletEnabled val="1"/>
        </dgm:presLayoutVars>
      </dgm:prSet>
      <dgm:spPr/>
    </dgm:pt>
    <dgm:pt modelId="{1C0AAE58-19C4-C14E-8E23-1237A8AC6D6E}" type="pres">
      <dgm:prSet presAssocID="{0D6553C5-2588-4B94-808A-665BE012399D}" presName="sibTrans" presStyleLbl="sibTrans1D1" presStyleIdx="3" presStyleCnt="5"/>
      <dgm:spPr/>
    </dgm:pt>
    <dgm:pt modelId="{BF8C5607-4C8F-3B48-949C-1ACF359C1244}" type="pres">
      <dgm:prSet presAssocID="{0D6553C5-2588-4B94-808A-665BE012399D}" presName="connectorText" presStyleLbl="sibTrans1D1" presStyleIdx="3" presStyleCnt="5"/>
      <dgm:spPr/>
    </dgm:pt>
    <dgm:pt modelId="{1614AE06-978D-024E-ACDF-A5A0121134B0}" type="pres">
      <dgm:prSet presAssocID="{AC2A5962-212D-4B7B-B0BF-8AA758BB225A}" presName="node" presStyleLbl="node1" presStyleIdx="4" presStyleCnt="6">
        <dgm:presLayoutVars>
          <dgm:bulletEnabled val="1"/>
        </dgm:presLayoutVars>
      </dgm:prSet>
      <dgm:spPr/>
    </dgm:pt>
    <dgm:pt modelId="{DEA8623D-50C0-AF41-95A4-AC776D3ED7B2}" type="pres">
      <dgm:prSet presAssocID="{E862AD49-A93C-4293-A4FD-DE2FFE1D3914}" presName="sibTrans" presStyleLbl="sibTrans1D1" presStyleIdx="4" presStyleCnt="5"/>
      <dgm:spPr/>
    </dgm:pt>
    <dgm:pt modelId="{11FF05A6-8DDA-F34C-B951-B1EA51A9DEF5}" type="pres">
      <dgm:prSet presAssocID="{E862AD49-A93C-4293-A4FD-DE2FFE1D3914}" presName="connectorText" presStyleLbl="sibTrans1D1" presStyleIdx="4" presStyleCnt="5"/>
      <dgm:spPr/>
    </dgm:pt>
    <dgm:pt modelId="{C76EB184-633B-5044-B3BD-145799AA6A5E}" type="pres">
      <dgm:prSet presAssocID="{AA0316C9-3AF9-4EDB-AFA4-91B0A961A98B}" presName="node" presStyleLbl="node1" presStyleIdx="5" presStyleCnt="6">
        <dgm:presLayoutVars>
          <dgm:bulletEnabled val="1"/>
        </dgm:presLayoutVars>
      </dgm:prSet>
      <dgm:spPr/>
    </dgm:pt>
  </dgm:ptLst>
  <dgm:cxnLst>
    <dgm:cxn modelId="{F0EE9301-FDA6-0B40-9742-99606C0928CC}" type="presOf" srcId="{0712ED74-FFC3-459D-AC4A-2AAAE475F6B1}" destId="{FE6F09F6-D376-6149-BCBD-DA5417886B0B}" srcOrd="0" destOrd="0" presId="urn:microsoft.com/office/officeart/2016/7/layout/RepeatingBendingProcessNew"/>
    <dgm:cxn modelId="{03246D09-A9FA-5945-BD22-6F4B0D6D7898}" type="presOf" srcId="{0D6553C5-2588-4B94-808A-665BE012399D}" destId="{BF8C5607-4C8F-3B48-949C-1ACF359C1244}" srcOrd="1" destOrd="0" presId="urn:microsoft.com/office/officeart/2016/7/layout/RepeatingBendingProcessNew"/>
    <dgm:cxn modelId="{FA93CB0F-0FC8-9A4F-9B4A-8B7411C17291}" type="presOf" srcId="{21AE37B1-BDEF-435C-8A4D-F4410401F09B}" destId="{88B39B0A-B36F-9747-A9D7-7E66A9674C54}" srcOrd="0" destOrd="0" presId="urn:microsoft.com/office/officeart/2016/7/layout/RepeatingBendingProcessNew"/>
    <dgm:cxn modelId="{3FB92C15-7D61-4207-BB6F-C6E9E39F6AEC}" srcId="{21AE37B1-BDEF-435C-8A4D-F4410401F09B}" destId="{E8290C40-4423-4EE0-9D92-5FBC9CE8F14C}" srcOrd="0" destOrd="0" parTransId="{D5B6E3A8-8BA7-4863-9F50-144451D72DEB}" sibTransId="{2FA0B6FB-6415-49EF-B719-561B56660AFC}"/>
    <dgm:cxn modelId="{94D7AC22-536F-47EC-9899-BC54FAA6D685}" srcId="{21AE37B1-BDEF-435C-8A4D-F4410401F09B}" destId="{28C15D5C-3519-4F71-88EC-A94F588DE486}" srcOrd="1" destOrd="0" parTransId="{E148E238-A7F3-415E-A6EB-32C25EF4BBB0}" sibTransId="{6AB58E75-8BEE-4055-B1C6-A6B442E8E62E}"/>
    <dgm:cxn modelId="{BA55B62A-8B26-1745-8530-671D1F83C5C3}" type="presOf" srcId="{2FA0B6FB-6415-49EF-B719-561B56660AFC}" destId="{EC44C1A9-2038-DB4E-8A26-FD3A5F2BDF54}" srcOrd="0" destOrd="0" presId="urn:microsoft.com/office/officeart/2016/7/layout/RepeatingBendingProcessNew"/>
    <dgm:cxn modelId="{1A313932-C30A-A745-B678-8D5C14FF2081}" type="presOf" srcId="{8D2A2475-5F98-42AD-8ABD-839348A68AA8}" destId="{9C193AAD-62A6-6648-B2C5-5A5819F034FD}" srcOrd="0" destOrd="0" presId="urn:microsoft.com/office/officeart/2016/7/layout/RepeatingBendingProcessNew"/>
    <dgm:cxn modelId="{2E793736-DF77-6342-ADF6-64037FF7ADAD}" type="presOf" srcId="{E862AD49-A93C-4293-A4FD-DE2FFE1D3914}" destId="{DEA8623D-50C0-AF41-95A4-AC776D3ED7B2}" srcOrd="0" destOrd="0" presId="urn:microsoft.com/office/officeart/2016/7/layout/RepeatingBendingProcessNew"/>
    <dgm:cxn modelId="{7588DC36-F981-48DB-8943-AADE0143D775}" srcId="{E895F371-4610-45EC-8B80-D34C97F12BCD}" destId="{B6A3416C-5BC0-48F9-A7E4-3F8F40E7BF88}" srcOrd="2" destOrd="0" parTransId="{620BF7D4-E4AE-4328-A811-BCC6A454697E}" sibTransId="{4963E715-75A7-41DD-870E-DCCF51AF682E}"/>
    <dgm:cxn modelId="{0E4B2740-5893-FF42-B66B-F7AA808BED9F}" type="presOf" srcId="{6AB58E75-8BEE-4055-B1C6-A6B442E8E62E}" destId="{32997169-005E-9944-BD85-189C519E5F1D}" srcOrd="1" destOrd="0" presId="urn:microsoft.com/office/officeart/2016/7/layout/RepeatingBendingProcessNew"/>
    <dgm:cxn modelId="{4E6AED50-A930-5047-A33E-BEA318FFAFB4}" type="presOf" srcId="{E862AD49-A93C-4293-A4FD-DE2FFE1D3914}" destId="{11FF05A6-8DDA-F34C-B951-B1EA51A9DEF5}" srcOrd="1" destOrd="0" presId="urn:microsoft.com/office/officeart/2016/7/layout/RepeatingBendingProcessNew"/>
    <dgm:cxn modelId="{F87D0B59-60E0-AB41-8CED-3C5F8D157B85}" type="presOf" srcId="{0712ED74-FFC3-459D-AC4A-2AAAE475F6B1}" destId="{B7032396-34DB-A64B-955C-B4EF9F4B72A5}" srcOrd="1" destOrd="0" presId="urn:microsoft.com/office/officeart/2016/7/layout/RepeatingBendingProcessNew"/>
    <dgm:cxn modelId="{15FF9659-9FA6-314C-9FBE-AFF8820E6C7C}" type="presOf" srcId="{28C15D5C-3519-4F71-88EC-A94F588DE486}" destId="{6DF2C9C0-92D3-7940-A71A-C38E9A81E784}" srcOrd="0" destOrd="0" presId="urn:microsoft.com/office/officeart/2016/7/layout/RepeatingBendingProcessNew"/>
    <dgm:cxn modelId="{4A596585-57A4-4914-8AA4-E1F3F18DFF8A}" srcId="{21AE37B1-BDEF-435C-8A4D-F4410401F09B}" destId="{8D2A2475-5F98-42AD-8ABD-839348A68AA8}" srcOrd="2" destOrd="0" parTransId="{6BF38F11-F282-4807-B0FC-FC9A5D53FAAD}" sibTransId="{0712ED74-FFC3-459D-AC4A-2AAAE475F6B1}"/>
    <dgm:cxn modelId="{B43A6885-E6C0-6B49-84EF-318C650A622F}" type="presOf" srcId="{93AC653A-11A1-4BBB-B32A-CAEEC3825045}" destId="{BFB972B3-0160-8641-8CCA-FC6A14EE3E6D}" srcOrd="0" destOrd="2" presId="urn:microsoft.com/office/officeart/2016/7/layout/RepeatingBendingProcessNew"/>
    <dgm:cxn modelId="{072F6F86-14DC-5F49-93B8-81E1FEC67137}" type="presOf" srcId="{6AB58E75-8BEE-4055-B1C6-A6B442E8E62E}" destId="{CE6BC82F-D054-0A41-B927-7E5653652C9C}" srcOrd="0" destOrd="0" presId="urn:microsoft.com/office/officeart/2016/7/layout/RepeatingBendingProcessNew"/>
    <dgm:cxn modelId="{28627086-5DE1-6F4B-A117-D8679C836D9A}" type="presOf" srcId="{0D6553C5-2588-4B94-808A-665BE012399D}" destId="{1C0AAE58-19C4-C14E-8E23-1237A8AC6D6E}" srcOrd="0" destOrd="0" presId="urn:microsoft.com/office/officeart/2016/7/layout/RepeatingBendingProcessNew"/>
    <dgm:cxn modelId="{7E911099-C920-4A40-AD89-F6C8E5215CE7}" type="presOf" srcId="{B6A3416C-5BC0-48F9-A7E4-3F8F40E7BF88}" destId="{BFB972B3-0160-8641-8CCA-FC6A14EE3E6D}" srcOrd="0" destOrd="3" presId="urn:microsoft.com/office/officeart/2016/7/layout/RepeatingBendingProcessNew"/>
    <dgm:cxn modelId="{0E2DB59A-7A39-BB49-8878-E302DE5906BE}" type="presOf" srcId="{E8290C40-4423-4EE0-9D92-5FBC9CE8F14C}" destId="{604DE686-B15F-614B-A728-103C26DAE8F2}" srcOrd="0" destOrd="0" presId="urn:microsoft.com/office/officeart/2016/7/layout/RepeatingBendingProcessNew"/>
    <dgm:cxn modelId="{7774E1A1-5595-43B6-8A97-9191D5FCBC1A}" srcId="{21AE37B1-BDEF-435C-8A4D-F4410401F09B}" destId="{AC2A5962-212D-4B7B-B0BF-8AA758BB225A}" srcOrd="4" destOrd="0" parTransId="{B59AD820-DE98-435D-BAC2-CFB9297F1E86}" sibTransId="{E862AD49-A93C-4293-A4FD-DE2FFE1D3914}"/>
    <dgm:cxn modelId="{19FDE7AA-D45E-024E-B605-ECC9363F9207}" type="presOf" srcId="{AC2A5962-212D-4B7B-B0BF-8AA758BB225A}" destId="{1614AE06-978D-024E-ACDF-A5A0121134B0}" srcOrd="0" destOrd="0" presId="urn:microsoft.com/office/officeart/2016/7/layout/RepeatingBendingProcessNew"/>
    <dgm:cxn modelId="{434DDDAB-A24D-2141-AEEB-BE03F5A201C5}" type="presOf" srcId="{2FA0B6FB-6415-49EF-B719-561B56660AFC}" destId="{8B24EBDE-8FB9-9042-91C8-CAD62C429CCE}" srcOrd="1" destOrd="0" presId="urn:microsoft.com/office/officeart/2016/7/layout/RepeatingBendingProcessNew"/>
    <dgm:cxn modelId="{004733B3-0FA2-4EB9-9CC1-15ABF6C368EA}" srcId="{21AE37B1-BDEF-435C-8A4D-F4410401F09B}" destId="{AA0316C9-3AF9-4EDB-AFA4-91B0A961A98B}" srcOrd="5" destOrd="0" parTransId="{3295EC14-D3A3-488B-92EE-F70BEA6A2831}" sibTransId="{C7AD6D57-2F9E-4ED7-9196-E96291C8F316}"/>
    <dgm:cxn modelId="{9138FFB5-5402-4EEC-ABE2-0ED1507A5ECD}" srcId="{E895F371-4610-45EC-8B80-D34C97F12BCD}" destId="{874D72BC-A6B2-4A39-B2AC-98CF651703AA}" srcOrd="0" destOrd="0" parTransId="{58E91A2D-6501-42E0-817E-02B886ED4060}" sibTransId="{8945613D-C61D-4C70-B7D7-4C971139F78C}"/>
    <dgm:cxn modelId="{670575C1-ADFF-48F9-BA06-78AA1FEF9DBE}" srcId="{E895F371-4610-45EC-8B80-D34C97F12BCD}" destId="{93AC653A-11A1-4BBB-B32A-CAEEC3825045}" srcOrd="1" destOrd="0" parTransId="{7868858A-40E9-4DA3-BEC8-60A392DF2E1C}" sibTransId="{596EAF49-6301-4CD1-A5F1-D84851FCA6AB}"/>
    <dgm:cxn modelId="{2DF578CA-A0D3-8F42-8EF7-71A79AD09C54}" type="presOf" srcId="{E895F371-4610-45EC-8B80-D34C97F12BCD}" destId="{BFB972B3-0160-8641-8CCA-FC6A14EE3E6D}" srcOrd="0" destOrd="0" presId="urn:microsoft.com/office/officeart/2016/7/layout/RepeatingBendingProcessNew"/>
    <dgm:cxn modelId="{830B10E7-3AFF-9044-8075-36D350B58625}" type="presOf" srcId="{AA0316C9-3AF9-4EDB-AFA4-91B0A961A98B}" destId="{C76EB184-633B-5044-B3BD-145799AA6A5E}" srcOrd="0" destOrd="0" presId="urn:microsoft.com/office/officeart/2016/7/layout/RepeatingBendingProcessNew"/>
    <dgm:cxn modelId="{12D0CAF1-5B66-C749-82FC-005B722BD99E}" type="presOf" srcId="{874D72BC-A6B2-4A39-B2AC-98CF651703AA}" destId="{BFB972B3-0160-8641-8CCA-FC6A14EE3E6D}" srcOrd="0" destOrd="1" presId="urn:microsoft.com/office/officeart/2016/7/layout/RepeatingBendingProcessNew"/>
    <dgm:cxn modelId="{989102F5-2A74-4D5A-8E21-FFBD8507C223}" srcId="{21AE37B1-BDEF-435C-8A4D-F4410401F09B}" destId="{E895F371-4610-45EC-8B80-D34C97F12BCD}" srcOrd="3" destOrd="0" parTransId="{38C08E96-967E-491E-A03A-2C9A1B9269A7}" sibTransId="{0D6553C5-2588-4B94-808A-665BE012399D}"/>
    <dgm:cxn modelId="{0D4E86F1-B935-F04A-99B6-CAB58D360590}" type="presParOf" srcId="{88B39B0A-B36F-9747-A9D7-7E66A9674C54}" destId="{604DE686-B15F-614B-A728-103C26DAE8F2}" srcOrd="0" destOrd="0" presId="urn:microsoft.com/office/officeart/2016/7/layout/RepeatingBendingProcessNew"/>
    <dgm:cxn modelId="{F4CE9057-6289-3F4B-85F2-176AEC387428}" type="presParOf" srcId="{88B39B0A-B36F-9747-A9D7-7E66A9674C54}" destId="{EC44C1A9-2038-DB4E-8A26-FD3A5F2BDF54}" srcOrd="1" destOrd="0" presId="urn:microsoft.com/office/officeart/2016/7/layout/RepeatingBendingProcessNew"/>
    <dgm:cxn modelId="{75ACC917-6FF3-254C-90B0-625ED66353D0}" type="presParOf" srcId="{EC44C1A9-2038-DB4E-8A26-FD3A5F2BDF54}" destId="{8B24EBDE-8FB9-9042-91C8-CAD62C429CCE}" srcOrd="0" destOrd="0" presId="urn:microsoft.com/office/officeart/2016/7/layout/RepeatingBendingProcessNew"/>
    <dgm:cxn modelId="{75FD8250-9314-1746-BA26-2C398C4AE29C}" type="presParOf" srcId="{88B39B0A-B36F-9747-A9D7-7E66A9674C54}" destId="{6DF2C9C0-92D3-7940-A71A-C38E9A81E784}" srcOrd="2" destOrd="0" presId="urn:microsoft.com/office/officeart/2016/7/layout/RepeatingBendingProcessNew"/>
    <dgm:cxn modelId="{08B7CEA8-36F9-DA42-8F87-DEBDDF7C8AB1}" type="presParOf" srcId="{88B39B0A-B36F-9747-A9D7-7E66A9674C54}" destId="{CE6BC82F-D054-0A41-B927-7E5653652C9C}" srcOrd="3" destOrd="0" presId="urn:microsoft.com/office/officeart/2016/7/layout/RepeatingBendingProcessNew"/>
    <dgm:cxn modelId="{FFDEB89E-3388-044D-AF93-372555A39CB4}" type="presParOf" srcId="{CE6BC82F-D054-0A41-B927-7E5653652C9C}" destId="{32997169-005E-9944-BD85-189C519E5F1D}" srcOrd="0" destOrd="0" presId="urn:microsoft.com/office/officeart/2016/7/layout/RepeatingBendingProcessNew"/>
    <dgm:cxn modelId="{1788BD83-1CD8-674D-B0BC-D10C0319D2E7}" type="presParOf" srcId="{88B39B0A-B36F-9747-A9D7-7E66A9674C54}" destId="{9C193AAD-62A6-6648-B2C5-5A5819F034FD}" srcOrd="4" destOrd="0" presId="urn:microsoft.com/office/officeart/2016/7/layout/RepeatingBendingProcessNew"/>
    <dgm:cxn modelId="{EE98834A-4573-884F-9217-6835B86764AD}" type="presParOf" srcId="{88B39B0A-B36F-9747-A9D7-7E66A9674C54}" destId="{FE6F09F6-D376-6149-BCBD-DA5417886B0B}" srcOrd="5" destOrd="0" presId="urn:microsoft.com/office/officeart/2016/7/layout/RepeatingBendingProcessNew"/>
    <dgm:cxn modelId="{1A79D828-7676-234C-B423-CE99A1651A55}" type="presParOf" srcId="{FE6F09F6-D376-6149-BCBD-DA5417886B0B}" destId="{B7032396-34DB-A64B-955C-B4EF9F4B72A5}" srcOrd="0" destOrd="0" presId="urn:microsoft.com/office/officeart/2016/7/layout/RepeatingBendingProcessNew"/>
    <dgm:cxn modelId="{B09AA52A-B933-7B4D-A2F1-0CA1AFC4C6BA}" type="presParOf" srcId="{88B39B0A-B36F-9747-A9D7-7E66A9674C54}" destId="{BFB972B3-0160-8641-8CCA-FC6A14EE3E6D}" srcOrd="6" destOrd="0" presId="urn:microsoft.com/office/officeart/2016/7/layout/RepeatingBendingProcessNew"/>
    <dgm:cxn modelId="{97C3C4CF-2C9B-E54C-888E-09945CE8DF30}" type="presParOf" srcId="{88B39B0A-B36F-9747-A9D7-7E66A9674C54}" destId="{1C0AAE58-19C4-C14E-8E23-1237A8AC6D6E}" srcOrd="7" destOrd="0" presId="urn:microsoft.com/office/officeart/2016/7/layout/RepeatingBendingProcessNew"/>
    <dgm:cxn modelId="{2B08F08E-A8DF-4846-9497-A889A9AE7E7A}" type="presParOf" srcId="{1C0AAE58-19C4-C14E-8E23-1237A8AC6D6E}" destId="{BF8C5607-4C8F-3B48-949C-1ACF359C1244}" srcOrd="0" destOrd="0" presId="urn:microsoft.com/office/officeart/2016/7/layout/RepeatingBendingProcessNew"/>
    <dgm:cxn modelId="{5F867F6D-09BB-6840-8387-E61D936DC707}" type="presParOf" srcId="{88B39B0A-B36F-9747-A9D7-7E66A9674C54}" destId="{1614AE06-978D-024E-ACDF-A5A0121134B0}" srcOrd="8" destOrd="0" presId="urn:microsoft.com/office/officeart/2016/7/layout/RepeatingBendingProcessNew"/>
    <dgm:cxn modelId="{9D896E08-DB31-C14C-A643-A09E0F3955B7}" type="presParOf" srcId="{88B39B0A-B36F-9747-A9D7-7E66A9674C54}" destId="{DEA8623D-50C0-AF41-95A4-AC776D3ED7B2}" srcOrd="9" destOrd="0" presId="urn:microsoft.com/office/officeart/2016/7/layout/RepeatingBendingProcessNew"/>
    <dgm:cxn modelId="{43E1C9F4-C512-6548-B0D3-76BC6DDBBDC0}" type="presParOf" srcId="{DEA8623D-50C0-AF41-95A4-AC776D3ED7B2}" destId="{11FF05A6-8DDA-F34C-B951-B1EA51A9DEF5}" srcOrd="0" destOrd="0" presId="urn:microsoft.com/office/officeart/2016/7/layout/RepeatingBendingProcessNew"/>
    <dgm:cxn modelId="{B2544266-63CF-4445-AB93-29737556BD0D}" type="presParOf" srcId="{88B39B0A-B36F-9747-A9D7-7E66A9674C54}" destId="{C76EB184-633B-5044-B3BD-145799AA6A5E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C1B7F4D-66CC-481E-9186-E181E04BD379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CA13479-7DCD-4B35-9640-C29BD5D3D149}">
      <dgm:prSet/>
      <dgm:spPr/>
      <dgm:t>
        <a:bodyPr/>
        <a:lstStyle/>
        <a:p>
          <a:r>
            <a:rPr lang="hu-HU" b="0" i="0" baseline="0"/>
            <a:t>Nyílt forráskódú verziókezelő rendszer</a:t>
          </a:r>
          <a:endParaRPr lang="en-US"/>
        </a:p>
      </dgm:t>
    </dgm:pt>
    <dgm:pt modelId="{3D14A28B-BCAD-4C99-8026-A1AB2C52088E}" type="parTrans" cxnId="{FC9F50A7-95B8-4A35-9C54-904E78B55749}">
      <dgm:prSet/>
      <dgm:spPr/>
      <dgm:t>
        <a:bodyPr/>
        <a:lstStyle/>
        <a:p>
          <a:endParaRPr lang="en-US"/>
        </a:p>
      </dgm:t>
    </dgm:pt>
    <dgm:pt modelId="{4718A629-8E53-4B94-BC42-8D72F887F625}" type="sibTrans" cxnId="{FC9F50A7-95B8-4A35-9C54-904E78B55749}">
      <dgm:prSet/>
      <dgm:spPr/>
      <dgm:t>
        <a:bodyPr/>
        <a:lstStyle/>
        <a:p>
          <a:endParaRPr lang="en-US"/>
        </a:p>
      </dgm:t>
    </dgm:pt>
    <dgm:pt modelId="{F5F4E714-0F47-4FFA-862B-6973C81B807A}">
      <dgm:prSet/>
      <dgm:spPr/>
      <dgm:t>
        <a:bodyPr/>
        <a:lstStyle/>
        <a:p>
          <a:r>
            <a:rPr lang="hu-HU" b="0" i="0" baseline="0"/>
            <a:t>Forráskód és konfiguráció változáskövetése</a:t>
          </a:r>
          <a:endParaRPr lang="en-US"/>
        </a:p>
      </dgm:t>
    </dgm:pt>
    <dgm:pt modelId="{723E0978-D4BC-4F70-8029-5402F70B2A17}" type="parTrans" cxnId="{72C7D5F6-9A93-40BF-9EA4-5E26B41188EF}">
      <dgm:prSet/>
      <dgm:spPr/>
      <dgm:t>
        <a:bodyPr/>
        <a:lstStyle/>
        <a:p>
          <a:endParaRPr lang="en-US"/>
        </a:p>
      </dgm:t>
    </dgm:pt>
    <dgm:pt modelId="{8AD88AB3-96B6-4FBD-AC27-E37EAC2FD4C0}" type="sibTrans" cxnId="{72C7D5F6-9A93-40BF-9EA4-5E26B41188EF}">
      <dgm:prSet/>
      <dgm:spPr/>
      <dgm:t>
        <a:bodyPr/>
        <a:lstStyle/>
        <a:p>
          <a:endParaRPr lang="en-US"/>
        </a:p>
      </dgm:t>
    </dgm:pt>
    <dgm:pt modelId="{C02B41F5-8763-4D70-90DE-9BA770D4A69D}">
      <dgm:prSet/>
      <dgm:spPr/>
      <dgm:t>
        <a:bodyPr/>
        <a:lstStyle/>
        <a:p>
          <a:r>
            <a:rPr lang="hu-HU" b="0" i="0" baseline="0"/>
            <a:t>Verziók és branchek kezelése</a:t>
          </a:r>
          <a:endParaRPr lang="en-US"/>
        </a:p>
      </dgm:t>
    </dgm:pt>
    <dgm:pt modelId="{42323F4B-2966-405F-8B7E-6FC46C0048B4}" type="parTrans" cxnId="{AD904585-AF2F-4BA2-9E7B-EF05EFB81DFB}">
      <dgm:prSet/>
      <dgm:spPr/>
      <dgm:t>
        <a:bodyPr/>
        <a:lstStyle/>
        <a:p>
          <a:endParaRPr lang="en-US"/>
        </a:p>
      </dgm:t>
    </dgm:pt>
    <dgm:pt modelId="{B7944B86-2E55-493E-837C-B71FC5C2B83C}" type="sibTrans" cxnId="{AD904585-AF2F-4BA2-9E7B-EF05EFB81DFB}">
      <dgm:prSet/>
      <dgm:spPr/>
      <dgm:t>
        <a:bodyPr/>
        <a:lstStyle/>
        <a:p>
          <a:endParaRPr lang="en-US"/>
        </a:p>
      </dgm:t>
    </dgm:pt>
    <dgm:pt modelId="{20D1628A-ACD1-44A5-AEC0-7ECDAB39AAAD}">
      <dgm:prSet/>
      <dgm:spPr/>
      <dgm:t>
        <a:bodyPr/>
        <a:lstStyle/>
        <a:p>
          <a:r>
            <a:rPr lang="hu-HU" b="0" i="0" baseline="0"/>
            <a:t>Visszaállás korábbi állapotra</a:t>
          </a:r>
          <a:endParaRPr lang="en-US"/>
        </a:p>
      </dgm:t>
    </dgm:pt>
    <dgm:pt modelId="{063BA875-6A27-4884-AB54-EFE7349C7BA3}" type="parTrans" cxnId="{983803BF-DFBD-4388-B32C-EEC4ED02B07E}">
      <dgm:prSet/>
      <dgm:spPr/>
      <dgm:t>
        <a:bodyPr/>
        <a:lstStyle/>
        <a:p>
          <a:endParaRPr lang="en-US"/>
        </a:p>
      </dgm:t>
    </dgm:pt>
    <dgm:pt modelId="{99E04FB2-7244-4E7D-8E0F-2269500330DE}" type="sibTrans" cxnId="{983803BF-DFBD-4388-B32C-EEC4ED02B07E}">
      <dgm:prSet/>
      <dgm:spPr/>
      <dgm:t>
        <a:bodyPr/>
        <a:lstStyle/>
        <a:p>
          <a:endParaRPr lang="en-US"/>
        </a:p>
      </dgm:t>
    </dgm:pt>
    <dgm:pt modelId="{7ED7FE4C-85EA-40E4-BD86-55CAEB7762A9}">
      <dgm:prSet/>
      <dgm:spPr/>
      <dgm:t>
        <a:bodyPr/>
        <a:lstStyle/>
        <a:p>
          <a:r>
            <a:rPr lang="hu-HU" b="0" i="0" baseline="0"/>
            <a:t>Integráció GitHubbal és más repositorykkal</a:t>
          </a:r>
          <a:endParaRPr lang="en-US"/>
        </a:p>
      </dgm:t>
    </dgm:pt>
    <dgm:pt modelId="{3BDEA78E-0C0F-43DA-971A-5ACB60F1F8BD}" type="parTrans" cxnId="{546F22CF-E1F3-4071-8EC8-093E0470FC8F}">
      <dgm:prSet/>
      <dgm:spPr/>
      <dgm:t>
        <a:bodyPr/>
        <a:lstStyle/>
        <a:p>
          <a:endParaRPr lang="en-US"/>
        </a:p>
      </dgm:t>
    </dgm:pt>
    <dgm:pt modelId="{24E94615-4D15-4235-9F58-3881FBBAC4DD}" type="sibTrans" cxnId="{546F22CF-E1F3-4071-8EC8-093E0470FC8F}">
      <dgm:prSet/>
      <dgm:spPr/>
      <dgm:t>
        <a:bodyPr/>
        <a:lstStyle/>
        <a:p>
          <a:endParaRPr lang="en-US"/>
        </a:p>
      </dgm:t>
    </dgm:pt>
    <dgm:pt modelId="{DA662260-7625-D848-904A-F1C4A10D5ECE}" type="pres">
      <dgm:prSet presAssocID="{BC1B7F4D-66CC-481E-9186-E181E04BD379}" presName="outerComposite" presStyleCnt="0">
        <dgm:presLayoutVars>
          <dgm:chMax val="5"/>
          <dgm:dir/>
          <dgm:resizeHandles val="exact"/>
        </dgm:presLayoutVars>
      </dgm:prSet>
      <dgm:spPr/>
    </dgm:pt>
    <dgm:pt modelId="{40005FD3-C3CB-1D4E-95F9-84676B12A3F2}" type="pres">
      <dgm:prSet presAssocID="{BC1B7F4D-66CC-481E-9186-E181E04BD379}" presName="dummyMaxCanvas" presStyleCnt="0">
        <dgm:presLayoutVars/>
      </dgm:prSet>
      <dgm:spPr/>
    </dgm:pt>
    <dgm:pt modelId="{63910AE6-F6B6-A040-BA75-D58EAFCFBA99}" type="pres">
      <dgm:prSet presAssocID="{BC1B7F4D-66CC-481E-9186-E181E04BD379}" presName="FiveNodes_1" presStyleLbl="node1" presStyleIdx="0" presStyleCnt="5">
        <dgm:presLayoutVars>
          <dgm:bulletEnabled val="1"/>
        </dgm:presLayoutVars>
      </dgm:prSet>
      <dgm:spPr/>
    </dgm:pt>
    <dgm:pt modelId="{10F6FF0E-14F6-914D-B19C-A8DBEC6E09C8}" type="pres">
      <dgm:prSet presAssocID="{BC1B7F4D-66CC-481E-9186-E181E04BD379}" presName="FiveNodes_2" presStyleLbl="node1" presStyleIdx="1" presStyleCnt="5">
        <dgm:presLayoutVars>
          <dgm:bulletEnabled val="1"/>
        </dgm:presLayoutVars>
      </dgm:prSet>
      <dgm:spPr/>
    </dgm:pt>
    <dgm:pt modelId="{9DD2A3FD-2F60-8F4D-A30B-6613E30B431B}" type="pres">
      <dgm:prSet presAssocID="{BC1B7F4D-66CC-481E-9186-E181E04BD379}" presName="FiveNodes_3" presStyleLbl="node1" presStyleIdx="2" presStyleCnt="5">
        <dgm:presLayoutVars>
          <dgm:bulletEnabled val="1"/>
        </dgm:presLayoutVars>
      </dgm:prSet>
      <dgm:spPr/>
    </dgm:pt>
    <dgm:pt modelId="{C29ED5E2-3900-344E-8800-658D3FE791AE}" type="pres">
      <dgm:prSet presAssocID="{BC1B7F4D-66CC-481E-9186-E181E04BD379}" presName="FiveNodes_4" presStyleLbl="node1" presStyleIdx="3" presStyleCnt="5">
        <dgm:presLayoutVars>
          <dgm:bulletEnabled val="1"/>
        </dgm:presLayoutVars>
      </dgm:prSet>
      <dgm:spPr/>
    </dgm:pt>
    <dgm:pt modelId="{E562F22F-3399-F14F-9B52-18856AA2F32B}" type="pres">
      <dgm:prSet presAssocID="{BC1B7F4D-66CC-481E-9186-E181E04BD379}" presName="FiveNodes_5" presStyleLbl="node1" presStyleIdx="4" presStyleCnt="5">
        <dgm:presLayoutVars>
          <dgm:bulletEnabled val="1"/>
        </dgm:presLayoutVars>
      </dgm:prSet>
      <dgm:spPr/>
    </dgm:pt>
    <dgm:pt modelId="{85CFEE48-B54C-6249-809E-9DA1481C7073}" type="pres">
      <dgm:prSet presAssocID="{BC1B7F4D-66CC-481E-9186-E181E04BD379}" presName="FiveConn_1-2" presStyleLbl="fgAccFollowNode1" presStyleIdx="0" presStyleCnt="4">
        <dgm:presLayoutVars>
          <dgm:bulletEnabled val="1"/>
        </dgm:presLayoutVars>
      </dgm:prSet>
      <dgm:spPr/>
    </dgm:pt>
    <dgm:pt modelId="{7A6B2334-3CD1-AA49-9BA5-CDA2623D21EC}" type="pres">
      <dgm:prSet presAssocID="{BC1B7F4D-66CC-481E-9186-E181E04BD379}" presName="FiveConn_2-3" presStyleLbl="fgAccFollowNode1" presStyleIdx="1" presStyleCnt="4">
        <dgm:presLayoutVars>
          <dgm:bulletEnabled val="1"/>
        </dgm:presLayoutVars>
      </dgm:prSet>
      <dgm:spPr/>
    </dgm:pt>
    <dgm:pt modelId="{8B415FDB-D806-804C-91B6-C13D4FB92287}" type="pres">
      <dgm:prSet presAssocID="{BC1B7F4D-66CC-481E-9186-E181E04BD379}" presName="FiveConn_3-4" presStyleLbl="fgAccFollowNode1" presStyleIdx="2" presStyleCnt="4">
        <dgm:presLayoutVars>
          <dgm:bulletEnabled val="1"/>
        </dgm:presLayoutVars>
      </dgm:prSet>
      <dgm:spPr/>
    </dgm:pt>
    <dgm:pt modelId="{DA3C9BFD-838B-1A46-8A9C-9479CA2A70D9}" type="pres">
      <dgm:prSet presAssocID="{BC1B7F4D-66CC-481E-9186-E181E04BD379}" presName="FiveConn_4-5" presStyleLbl="fgAccFollowNode1" presStyleIdx="3" presStyleCnt="4">
        <dgm:presLayoutVars>
          <dgm:bulletEnabled val="1"/>
        </dgm:presLayoutVars>
      </dgm:prSet>
      <dgm:spPr/>
    </dgm:pt>
    <dgm:pt modelId="{16F827CB-E391-564C-9AC2-8D319A56E797}" type="pres">
      <dgm:prSet presAssocID="{BC1B7F4D-66CC-481E-9186-E181E04BD379}" presName="FiveNodes_1_text" presStyleLbl="node1" presStyleIdx="4" presStyleCnt="5">
        <dgm:presLayoutVars>
          <dgm:bulletEnabled val="1"/>
        </dgm:presLayoutVars>
      </dgm:prSet>
      <dgm:spPr/>
    </dgm:pt>
    <dgm:pt modelId="{BDFE810C-6641-A34A-977C-A32CCDFC74B0}" type="pres">
      <dgm:prSet presAssocID="{BC1B7F4D-66CC-481E-9186-E181E04BD379}" presName="FiveNodes_2_text" presStyleLbl="node1" presStyleIdx="4" presStyleCnt="5">
        <dgm:presLayoutVars>
          <dgm:bulletEnabled val="1"/>
        </dgm:presLayoutVars>
      </dgm:prSet>
      <dgm:spPr/>
    </dgm:pt>
    <dgm:pt modelId="{DEBF9FDE-4516-104F-920F-8F9C748E848D}" type="pres">
      <dgm:prSet presAssocID="{BC1B7F4D-66CC-481E-9186-E181E04BD379}" presName="FiveNodes_3_text" presStyleLbl="node1" presStyleIdx="4" presStyleCnt="5">
        <dgm:presLayoutVars>
          <dgm:bulletEnabled val="1"/>
        </dgm:presLayoutVars>
      </dgm:prSet>
      <dgm:spPr/>
    </dgm:pt>
    <dgm:pt modelId="{618399A5-8A25-8F4C-B89F-1BFEF1ADA3A4}" type="pres">
      <dgm:prSet presAssocID="{BC1B7F4D-66CC-481E-9186-E181E04BD379}" presName="FiveNodes_4_text" presStyleLbl="node1" presStyleIdx="4" presStyleCnt="5">
        <dgm:presLayoutVars>
          <dgm:bulletEnabled val="1"/>
        </dgm:presLayoutVars>
      </dgm:prSet>
      <dgm:spPr/>
    </dgm:pt>
    <dgm:pt modelId="{59F1B3A2-00CF-6C4E-BCAF-16CB3ACB45AD}" type="pres">
      <dgm:prSet presAssocID="{BC1B7F4D-66CC-481E-9186-E181E04BD379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E3D5453B-01B7-7041-B5ED-3F16E2BE51BD}" type="presOf" srcId="{8AD88AB3-96B6-4FBD-AC27-E37EAC2FD4C0}" destId="{7A6B2334-3CD1-AA49-9BA5-CDA2623D21EC}" srcOrd="0" destOrd="0" presId="urn:microsoft.com/office/officeart/2005/8/layout/vProcess5"/>
    <dgm:cxn modelId="{0B326345-2E80-3C44-979E-3B1A4ADDC229}" type="presOf" srcId="{2CA13479-7DCD-4B35-9640-C29BD5D3D149}" destId="{16F827CB-E391-564C-9AC2-8D319A56E797}" srcOrd="1" destOrd="0" presId="urn:microsoft.com/office/officeart/2005/8/layout/vProcess5"/>
    <dgm:cxn modelId="{8421AE57-DF8A-974F-A205-96136CDC013B}" type="presOf" srcId="{7ED7FE4C-85EA-40E4-BD86-55CAEB7762A9}" destId="{E562F22F-3399-F14F-9B52-18856AA2F32B}" srcOrd="0" destOrd="0" presId="urn:microsoft.com/office/officeart/2005/8/layout/vProcess5"/>
    <dgm:cxn modelId="{A007FB6C-59CF-5D45-A53E-F042CC89371D}" type="presOf" srcId="{20D1628A-ACD1-44A5-AEC0-7ECDAB39AAAD}" destId="{618399A5-8A25-8F4C-B89F-1BFEF1ADA3A4}" srcOrd="1" destOrd="0" presId="urn:microsoft.com/office/officeart/2005/8/layout/vProcess5"/>
    <dgm:cxn modelId="{66DF2179-4134-4245-ABFA-E4A05E73DD52}" type="presOf" srcId="{2CA13479-7DCD-4B35-9640-C29BD5D3D149}" destId="{63910AE6-F6B6-A040-BA75-D58EAFCFBA99}" srcOrd="0" destOrd="0" presId="urn:microsoft.com/office/officeart/2005/8/layout/vProcess5"/>
    <dgm:cxn modelId="{1DB7E183-DF64-7C4F-96D0-B375BA877F5D}" type="presOf" srcId="{20D1628A-ACD1-44A5-AEC0-7ECDAB39AAAD}" destId="{C29ED5E2-3900-344E-8800-658D3FE791AE}" srcOrd="0" destOrd="0" presId="urn:microsoft.com/office/officeart/2005/8/layout/vProcess5"/>
    <dgm:cxn modelId="{AD904585-AF2F-4BA2-9E7B-EF05EFB81DFB}" srcId="{BC1B7F4D-66CC-481E-9186-E181E04BD379}" destId="{C02B41F5-8763-4D70-90DE-9BA770D4A69D}" srcOrd="2" destOrd="0" parTransId="{42323F4B-2966-405F-8B7E-6FC46C0048B4}" sibTransId="{B7944B86-2E55-493E-837C-B71FC5C2B83C}"/>
    <dgm:cxn modelId="{11A09DA0-6E5F-A346-ABE9-766C4412B469}" type="presOf" srcId="{C02B41F5-8763-4D70-90DE-9BA770D4A69D}" destId="{9DD2A3FD-2F60-8F4D-A30B-6613E30B431B}" srcOrd="0" destOrd="0" presId="urn:microsoft.com/office/officeart/2005/8/layout/vProcess5"/>
    <dgm:cxn modelId="{28DDE1A6-2F07-3747-A78E-4941A79C5A9A}" type="presOf" srcId="{99E04FB2-7244-4E7D-8E0F-2269500330DE}" destId="{DA3C9BFD-838B-1A46-8A9C-9479CA2A70D9}" srcOrd="0" destOrd="0" presId="urn:microsoft.com/office/officeart/2005/8/layout/vProcess5"/>
    <dgm:cxn modelId="{FC9F50A7-95B8-4A35-9C54-904E78B55749}" srcId="{BC1B7F4D-66CC-481E-9186-E181E04BD379}" destId="{2CA13479-7DCD-4B35-9640-C29BD5D3D149}" srcOrd="0" destOrd="0" parTransId="{3D14A28B-BCAD-4C99-8026-A1AB2C52088E}" sibTransId="{4718A629-8E53-4B94-BC42-8D72F887F625}"/>
    <dgm:cxn modelId="{751477B1-D695-5043-820A-CD2798A69700}" type="presOf" srcId="{F5F4E714-0F47-4FFA-862B-6973C81B807A}" destId="{10F6FF0E-14F6-914D-B19C-A8DBEC6E09C8}" srcOrd="0" destOrd="0" presId="urn:microsoft.com/office/officeart/2005/8/layout/vProcess5"/>
    <dgm:cxn modelId="{F1BBF9B3-8C1A-2240-BE11-3A970E17B856}" type="presOf" srcId="{4718A629-8E53-4B94-BC42-8D72F887F625}" destId="{85CFEE48-B54C-6249-809E-9DA1481C7073}" srcOrd="0" destOrd="0" presId="urn:microsoft.com/office/officeart/2005/8/layout/vProcess5"/>
    <dgm:cxn modelId="{D644F5B8-F693-9348-97BC-A8305557EF02}" type="presOf" srcId="{C02B41F5-8763-4D70-90DE-9BA770D4A69D}" destId="{DEBF9FDE-4516-104F-920F-8F9C748E848D}" srcOrd="1" destOrd="0" presId="urn:microsoft.com/office/officeart/2005/8/layout/vProcess5"/>
    <dgm:cxn modelId="{983803BF-DFBD-4388-B32C-EEC4ED02B07E}" srcId="{BC1B7F4D-66CC-481E-9186-E181E04BD379}" destId="{20D1628A-ACD1-44A5-AEC0-7ECDAB39AAAD}" srcOrd="3" destOrd="0" parTransId="{063BA875-6A27-4884-AB54-EFE7349C7BA3}" sibTransId="{99E04FB2-7244-4E7D-8E0F-2269500330DE}"/>
    <dgm:cxn modelId="{DEDF8ACC-01CF-284A-9D22-4CD5F8C64195}" type="presOf" srcId="{F5F4E714-0F47-4FFA-862B-6973C81B807A}" destId="{BDFE810C-6641-A34A-977C-A32CCDFC74B0}" srcOrd="1" destOrd="0" presId="urn:microsoft.com/office/officeart/2005/8/layout/vProcess5"/>
    <dgm:cxn modelId="{546F22CF-E1F3-4071-8EC8-093E0470FC8F}" srcId="{BC1B7F4D-66CC-481E-9186-E181E04BD379}" destId="{7ED7FE4C-85EA-40E4-BD86-55CAEB7762A9}" srcOrd="4" destOrd="0" parTransId="{3BDEA78E-0C0F-43DA-971A-5ACB60F1F8BD}" sibTransId="{24E94615-4D15-4235-9F58-3881FBBAC4DD}"/>
    <dgm:cxn modelId="{1B6F83D1-88EE-4749-87AE-FED79786FE44}" type="presOf" srcId="{7ED7FE4C-85EA-40E4-BD86-55CAEB7762A9}" destId="{59F1B3A2-00CF-6C4E-BCAF-16CB3ACB45AD}" srcOrd="1" destOrd="0" presId="urn:microsoft.com/office/officeart/2005/8/layout/vProcess5"/>
    <dgm:cxn modelId="{1FB822D3-0112-6549-BF6A-D76849B9D6B4}" type="presOf" srcId="{B7944B86-2E55-493E-837C-B71FC5C2B83C}" destId="{8B415FDB-D806-804C-91B6-C13D4FB92287}" srcOrd="0" destOrd="0" presId="urn:microsoft.com/office/officeart/2005/8/layout/vProcess5"/>
    <dgm:cxn modelId="{1B40C1E2-3522-2541-B741-4B039706BC26}" type="presOf" srcId="{BC1B7F4D-66CC-481E-9186-E181E04BD379}" destId="{DA662260-7625-D848-904A-F1C4A10D5ECE}" srcOrd="0" destOrd="0" presId="urn:microsoft.com/office/officeart/2005/8/layout/vProcess5"/>
    <dgm:cxn modelId="{72C7D5F6-9A93-40BF-9EA4-5E26B41188EF}" srcId="{BC1B7F4D-66CC-481E-9186-E181E04BD379}" destId="{F5F4E714-0F47-4FFA-862B-6973C81B807A}" srcOrd="1" destOrd="0" parTransId="{723E0978-D4BC-4F70-8029-5402F70B2A17}" sibTransId="{8AD88AB3-96B6-4FBD-AC27-E37EAC2FD4C0}"/>
    <dgm:cxn modelId="{4C3F1E5A-C549-D842-82B0-93A63C92A1DE}" type="presParOf" srcId="{DA662260-7625-D848-904A-F1C4A10D5ECE}" destId="{40005FD3-C3CB-1D4E-95F9-84676B12A3F2}" srcOrd="0" destOrd="0" presId="urn:microsoft.com/office/officeart/2005/8/layout/vProcess5"/>
    <dgm:cxn modelId="{C2585E6C-C94B-6C4B-B03D-AA7F75FF2693}" type="presParOf" srcId="{DA662260-7625-D848-904A-F1C4A10D5ECE}" destId="{63910AE6-F6B6-A040-BA75-D58EAFCFBA99}" srcOrd="1" destOrd="0" presId="urn:microsoft.com/office/officeart/2005/8/layout/vProcess5"/>
    <dgm:cxn modelId="{6D4CC68C-63CA-7C4C-9B7C-63C05F8A76BE}" type="presParOf" srcId="{DA662260-7625-D848-904A-F1C4A10D5ECE}" destId="{10F6FF0E-14F6-914D-B19C-A8DBEC6E09C8}" srcOrd="2" destOrd="0" presId="urn:microsoft.com/office/officeart/2005/8/layout/vProcess5"/>
    <dgm:cxn modelId="{D7FC3193-EE66-9B46-85F9-48A6D206FF3E}" type="presParOf" srcId="{DA662260-7625-D848-904A-F1C4A10D5ECE}" destId="{9DD2A3FD-2F60-8F4D-A30B-6613E30B431B}" srcOrd="3" destOrd="0" presId="urn:microsoft.com/office/officeart/2005/8/layout/vProcess5"/>
    <dgm:cxn modelId="{BC8EB1AF-0D80-354E-BE68-8F90B38453AF}" type="presParOf" srcId="{DA662260-7625-D848-904A-F1C4A10D5ECE}" destId="{C29ED5E2-3900-344E-8800-658D3FE791AE}" srcOrd="4" destOrd="0" presId="urn:microsoft.com/office/officeart/2005/8/layout/vProcess5"/>
    <dgm:cxn modelId="{4F50CCFC-2E77-BF49-BAED-49B809E41C2A}" type="presParOf" srcId="{DA662260-7625-D848-904A-F1C4A10D5ECE}" destId="{E562F22F-3399-F14F-9B52-18856AA2F32B}" srcOrd="5" destOrd="0" presId="urn:microsoft.com/office/officeart/2005/8/layout/vProcess5"/>
    <dgm:cxn modelId="{FD78E98A-9751-F844-BD31-1104C8413132}" type="presParOf" srcId="{DA662260-7625-D848-904A-F1C4A10D5ECE}" destId="{85CFEE48-B54C-6249-809E-9DA1481C7073}" srcOrd="6" destOrd="0" presId="urn:microsoft.com/office/officeart/2005/8/layout/vProcess5"/>
    <dgm:cxn modelId="{EAAAFEC8-2874-564B-9C36-4901712F9AA5}" type="presParOf" srcId="{DA662260-7625-D848-904A-F1C4A10D5ECE}" destId="{7A6B2334-3CD1-AA49-9BA5-CDA2623D21EC}" srcOrd="7" destOrd="0" presId="urn:microsoft.com/office/officeart/2005/8/layout/vProcess5"/>
    <dgm:cxn modelId="{FEE03A42-D2BB-804A-818F-90018ED475E1}" type="presParOf" srcId="{DA662260-7625-D848-904A-F1C4A10D5ECE}" destId="{8B415FDB-D806-804C-91B6-C13D4FB92287}" srcOrd="8" destOrd="0" presId="urn:microsoft.com/office/officeart/2005/8/layout/vProcess5"/>
    <dgm:cxn modelId="{9D17E079-E963-514B-839D-786F36FCB2D0}" type="presParOf" srcId="{DA662260-7625-D848-904A-F1C4A10D5ECE}" destId="{DA3C9BFD-838B-1A46-8A9C-9479CA2A70D9}" srcOrd="9" destOrd="0" presId="urn:microsoft.com/office/officeart/2005/8/layout/vProcess5"/>
    <dgm:cxn modelId="{41BFD222-1604-984C-A80D-DB1943D63839}" type="presParOf" srcId="{DA662260-7625-D848-904A-F1C4A10D5ECE}" destId="{16F827CB-E391-564C-9AC2-8D319A56E797}" srcOrd="10" destOrd="0" presId="urn:microsoft.com/office/officeart/2005/8/layout/vProcess5"/>
    <dgm:cxn modelId="{BE96EC49-FEB6-5D44-805B-4673397D18CC}" type="presParOf" srcId="{DA662260-7625-D848-904A-F1C4A10D5ECE}" destId="{BDFE810C-6641-A34A-977C-A32CCDFC74B0}" srcOrd="11" destOrd="0" presId="urn:microsoft.com/office/officeart/2005/8/layout/vProcess5"/>
    <dgm:cxn modelId="{2D5DFC4A-FC44-6E48-8953-E167243BE1A5}" type="presParOf" srcId="{DA662260-7625-D848-904A-F1C4A10D5ECE}" destId="{DEBF9FDE-4516-104F-920F-8F9C748E848D}" srcOrd="12" destOrd="0" presId="urn:microsoft.com/office/officeart/2005/8/layout/vProcess5"/>
    <dgm:cxn modelId="{35C1CA41-475B-434D-9299-AACE25AE5C5D}" type="presParOf" srcId="{DA662260-7625-D848-904A-F1C4A10D5ECE}" destId="{618399A5-8A25-8F4C-B89F-1BFEF1ADA3A4}" srcOrd="13" destOrd="0" presId="urn:microsoft.com/office/officeart/2005/8/layout/vProcess5"/>
    <dgm:cxn modelId="{F57DB4CA-DF8B-E44F-A0DD-A2B580A30FA6}" type="presParOf" srcId="{DA662260-7625-D848-904A-F1C4A10D5ECE}" destId="{59F1B3A2-00CF-6C4E-BCAF-16CB3ACB45AD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C1B7F4D-66CC-481E-9186-E181E04BD379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CA13479-7DCD-4B35-9640-C29BD5D3D149}">
      <dgm:prSet/>
      <dgm:spPr/>
      <dgm:t>
        <a:bodyPr/>
        <a:lstStyle/>
        <a:p>
          <a:r>
            <a:rPr lang="hu-HU" dirty="0"/>
            <a:t>Projekt- és feladatkezelő eszköz (</a:t>
          </a:r>
          <a:r>
            <a:rPr lang="hu-HU" dirty="0" err="1"/>
            <a:t>Atlassian</a:t>
          </a:r>
          <a:r>
            <a:rPr lang="hu-HU" dirty="0"/>
            <a:t>)</a:t>
          </a:r>
          <a:endParaRPr lang="en-US" dirty="0"/>
        </a:p>
      </dgm:t>
    </dgm:pt>
    <dgm:pt modelId="{3D14A28B-BCAD-4C99-8026-A1AB2C52088E}" type="parTrans" cxnId="{FC9F50A7-95B8-4A35-9C54-904E78B55749}">
      <dgm:prSet/>
      <dgm:spPr/>
      <dgm:t>
        <a:bodyPr/>
        <a:lstStyle/>
        <a:p>
          <a:endParaRPr lang="en-US"/>
        </a:p>
      </dgm:t>
    </dgm:pt>
    <dgm:pt modelId="{4718A629-8E53-4B94-BC42-8D72F887F625}" type="sibTrans" cxnId="{FC9F50A7-95B8-4A35-9C54-904E78B55749}">
      <dgm:prSet/>
      <dgm:spPr/>
      <dgm:t>
        <a:bodyPr/>
        <a:lstStyle/>
        <a:p>
          <a:endParaRPr lang="en-US"/>
        </a:p>
      </dgm:t>
    </dgm:pt>
    <dgm:pt modelId="{D6135F7B-0A59-504A-8202-5F77CBFF96EA}">
      <dgm:prSet/>
      <dgm:spPr/>
      <dgm:t>
        <a:bodyPr/>
        <a:lstStyle/>
        <a:p>
          <a:r>
            <a:rPr lang="hu-HU" dirty="0" err="1"/>
            <a:t>Issue</a:t>
          </a:r>
          <a:r>
            <a:rPr lang="hu-HU" dirty="0"/>
            <a:t> és </a:t>
          </a:r>
          <a:r>
            <a:rPr lang="hu-HU" dirty="0" err="1"/>
            <a:t>task</a:t>
          </a:r>
          <a:r>
            <a:rPr lang="hu-HU" dirty="0"/>
            <a:t> </a:t>
          </a:r>
          <a:r>
            <a:rPr lang="hu-HU" dirty="0" err="1"/>
            <a:t>tracking</a:t>
          </a:r>
          <a:endParaRPr lang="en-US" dirty="0"/>
        </a:p>
      </dgm:t>
    </dgm:pt>
    <dgm:pt modelId="{352F59E6-0891-DE4E-A604-CE9C900FD8B6}" type="parTrans" cxnId="{2D59AEB9-A5AA-2E44-874F-C3DCCFA9A22A}">
      <dgm:prSet/>
      <dgm:spPr/>
      <dgm:t>
        <a:bodyPr/>
        <a:lstStyle/>
        <a:p>
          <a:endParaRPr lang="hu-HU"/>
        </a:p>
      </dgm:t>
    </dgm:pt>
    <dgm:pt modelId="{0BA81223-0265-B440-8250-85E06CA2D7A1}" type="sibTrans" cxnId="{2D59AEB9-A5AA-2E44-874F-C3DCCFA9A22A}">
      <dgm:prSet/>
      <dgm:spPr/>
      <dgm:t>
        <a:bodyPr/>
        <a:lstStyle/>
        <a:p>
          <a:endParaRPr lang="hu-HU"/>
        </a:p>
      </dgm:t>
    </dgm:pt>
    <dgm:pt modelId="{3CBB1C30-1987-6547-A629-B1A1FF0D8CA2}">
      <dgm:prSet/>
      <dgm:spPr/>
      <dgm:t>
        <a:bodyPr/>
        <a:lstStyle/>
        <a:p>
          <a:r>
            <a:rPr lang="hu-HU" dirty="0"/>
            <a:t>Csapatmunka és határidő-kezelés</a:t>
          </a:r>
          <a:endParaRPr lang="en-US" dirty="0"/>
        </a:p>
      </dgm:t>
    </dgm:pt>
    <dgm:pt modelId="{528319D1-91A6-2644-81C1-D21975B2F687}" type="parTrans" cxnId="{0A0126DC-29D1-B74D-9921-07970E9F1840}">
      <dgm:prSet/>
      <dgm:spPr/>
      <dgm:t>
        <a:bodyPr/>
        <a:lstStyle/>
        <a:p>
          <a:endParaRPr lang="hu-HU"/>
        </a:p>
      </dgm:t>
    </dgm:pt>
    <dgm:pt modelId="{6E971249-71A3-1446-922F-E09EB4286902}" type="sibTrans" cxnId="{0A0126DC-29D1-B74D-9921-07970E9F1840}">
      <dgm:prSet/>
      <dgm:spPr/>
      <dgm:t>
        <a:bodyPr/>
        <a:lstStyle/>
        <a:p>
          <a:endParaRPr lang="hu-HU"/>
        </a:p>
      </dgm:t>
    </dgm:pt>
    <dgm:pt modelId="{CBC8165E-4C4C-2345-8E23-BFF4DBC179F4}">
      <dgm:prSet/>
      <dgm:spPr/>
      <dgm:t>
        <a:bodyPr/>
        <a:lstStyle/>
        <a:p>
          <a:r>
            <a:rPr lang="hu-HU" dirty="0"/>
            <a:t>Átlátható </a:t>
          </a:r>
          <a:r>
            <a:rPr lang="hu-HU" dirty="0" err="1"/>
            <a:t>workflow</a:t>
          </a:r>
          <a:r>
            <a:rPr lang="hu-HU" dirty="0"/>
            <a:t> és státusz követés</a:t>
          </a:r>
          <a:endParaRPr lang="en-US" dirty="0"/>
        </a:p>
      </dgm:t>
    </dgm:pt>
    <dgm:pt modelId="{C04CAF90-58EB-844A-BB0D-7614C3E0B3E0}" type="parTrans" cxnId="{A24B6CFA-B642-A84E-A1F2-098D0BE3C0D7}">
      <dgm:prSet/>
      <dgm:spPr/>
      <dgm:t>
        <a:bodyPr/>
        <a:lstStyle/>
        <a:p>
          <a:endParaRPr lang="hu-HU"/>
        </a:p>
      </dgm:t>
    </dgm:pt>
    <dgm:pt modelId="{D6530162-D66E-2E4B-A0F2-0D722D25CC29}" type="sibTrans" cxnId="{A24B6CFA-B642-A84E-A1F2-098D0BE3C0D7}">
      <dgm:prSet/>
      <dgm:spPr/>
      <dgm:t>
        <a:bodyPr/>
        <a:lstStyle/>
        <a:p>
          <a:endParaRPr lang="hu-HU"/>
        </a:p>
      </dgm:t>
    </dgm:pt>
    <dgm:pt modelId="{B2EC4B68-0E17-2C40-8A03-F37047C43C56}">
      <dgm:prSet/>
      <dgm:spPr/>
      <dgm:t>
        <a:bodyPr/>
        <a:lstStyle/>
        <a:p>
          <a:r>
            <a:rPr lang="hu-HU" dirty="0"/>
            <a:t>Időráfordítás (</a:t>
          </a:r>
          <a:r>
            <a:rPr lang="hu-HU" dirty="0" err="1"/>
            <a:t>time</a:t>
          </a:r>
          <a:r>
            <a:rPr lang="hu-HU" dirty="0"/>
            <a:t> </a:t>
          </a:r>
          <a:r>
            <a:rPr lang="hu-HU" dirty="0" err="1"/>
            <a:t>tracking</a:t>
          </a:r>
          <a:r>
            <a:rPr lang="hu-HU" dirty="0"/>
            <a:t>) és riportok</a:t>
          </a:r>
          <a:endParaRPr lang="en-US" dirty="0"/>
        </a:p>
      </dgm:t>
    </dgm:pt>
    <dgm:pt modelId="{AC217F9F-0D2B-5345-856E-0FF9640908C6}" type="parTrans" cxnId="{E9D2D84C-31C0-B943-8533-2076EDFB3AD2}">
      <dgm:prSet/>
      <dgm:spPr/>
      <dgm:t>
        <a:bodyPr/>
        <a:lstStyle/>
        <a:p>
          <a:endParaRPr lang="hu-HU"/>
        </a:p>
      </dgm:t>
    </dgm:pt>
    <dgm:pt modelId="{06D2188B-BC13-674C-888D-C9D546AA7EFF}" type="sibTrans" cxnId="{E9D2D84C-31C0-B943-8533-2076EDFB3AD2}">
      <dgm:prSet/>
      <dgm:spPr/>
      <dgm:t>
        <a:bodyPr/>
        <a:lstStyle/>
        <a:p>
          <a:endParaRPr lang="hu-HU"/>
        </a:p>
      </dgm:t>
    </dgm:pt>
    <dgm:pt modelId="{DA662260-7625-D848-904A-F1C4A10D5ECE}" type="pres">
      <dgm:prSet presAssocID="{BC1B7F4D-66CC-481E-9186-E181E04BD379}" presName="outerComposite" presStyleCnt="0">
        <dgm:presLayoutVars>
          <dgm:chMax val="5"/>
          <dgm:dir/>
          <dgm:resizeHandles val="exact"/>
        </dgm:presLayoutVars>
      </dgm:prSet>
      <dgm:spPr/>
    </dgm:pt>
    <dgm:pt modelId="{40005FD3-C3CB-1D4E-95F9-84676B12A3F2}" type="pres">
      <dgm:prSet presAssocID="{BC1B7F4D-66CC-481E-9186-E181E04BD379}" presName="dummyMaxCanvas" presStyleCnt="0">
        <dgm:presLayoutVars/>
      </dgm:prSet>
      <dgm:spPr/>
    </dgm:pt>
    <dgm:pt modelId="{88C8CABE-E3E7-3D44-B609-3378FFE23AF2}" type="pres">
      <dgm:prSet presAssocID="{BC1B7F4D-66CC-481E-9186-E181E04BD379}" presName="FiveNodes_1" presStyleLbl="node1" presStyleIdx="0" presStyleCnt="5">
        <dgm:presLayoutVars>
          <dgm:bulletEnabled val="1"/>
        </dgm:presLayoutVars>
      </dgm:prSet>
      <dgm:spPr/>
    </dgm:pt>
    <dgm:pt modelId="{B50E1F9F-CE62-394E-AFE8-94EBB6B1B776}" type="pres">
      <dgm:prSet presAssocID="{BC1B7F4D-66CC-481E-9186-E181E04BD379}" presName="FiveNodes_2" presStyleLbl="node1" presStyleIdx="1" presStyleCnt="5">
        <dgm:presLayoutVars>
          <dgm:bulletEnabled val="1"/>
        </dgm:presLayoutVars>
      </dgm:prSet>
      <dgm:spPr/>
    </dgm:pt>
    <dgm:pt modelId="{BBF5AA12-692C-DD42-8DCC-71752665F858}" type="pres">
      <dgm:prSet presAssocID="{BC1B7F4D-66CC-481E-9186-E181E04BD379}" presName="FiveNodes_3" presStyleLbl="node1" presStyleIdx="2" presStyleCnt="5">
        <dgm:presLayoutVars>
          <dgm:bulletEnabled val="1"/>
        </dgm:presLayoutVars>
      </dgm:prSet>
      <dgm:spPr/>
    </dgm:pt>
    <dgm:pt modelId="{EB541408-3BBA-FE4E-8A4E-8A743DDB4E4C}" type="pres">
      <dgm:prSet presAssocID="{BC1B7F4D-66CC-481E-9186-E181E04BD379}" presName="FiveNodes_4" presStyleLbl="node1" presStyleIdx="3" presStyleCnt="5">
        <dgm:presLayoutVars>
          <dgm:bulletEnabled val="1"/>
        </dgm:presLayoutVars>
      </dgm:prSet>
      <dgm:spPr/>
    </dgm:pt>
    <dgm:pt modelId="{BDF6CEF8-4CBF-BA40-A585-F02613D97A42}" type="pres">
      <dgm:prSet presAssocID="{BC1B7F4D-66CC-481E-9186-E181E04BD379}" presName="FiveNodes_5" presStyleLbl="node1" presStyleIdx="4" presStyleCnt="5">
        <dgm:presLayoutVars>
          <dgm:bulletEnabled val="1"/>
        </dgm:presLayoutVars>
      </dgm:prSet>
      <dgm:spPr/>
    </dgm:pt>
    <dgm:pt modelId="{CF36FF1B-D7FA-7C42-9FE0-8B520360399D}" type="pres">
      <dgm:prSet presAssocID="{BC1B7F4D-66CC-481E-9186-E181E04BD379}" presName="FiveConn_1-2" presStyleLbl="fgAccFollowNode1" presStyleIdx="0" presStyleCnt="4">
        <dgm:presLayoutVars>
          <dgm:bulletEnabled val="1"/>
        </dgm:presLayoutVars>
      </dgm:prSet>
      <dgm:spPr/>
    </dgm:pt>
    <dgm:pt modelId="{85BB294D-CA27-C642-8177-1C0EA85FDB37}" type="pres">
      <dgm:prSet presAssocID="{BC1B7F4D-66CC-481E-9186-E181E04BD379}" presName="FiveConn_2-3" presStyleLbl="fgAccFollowNode1" presStyleIdx="1" presStyleCnt="4">
        <dgm:presLayoutVars>
          <dgm:bulletEnabled val="1"/>
        </dgm:presLayoutVars>
      </dgm:prSet>
      <dgm:spPr/>
    </dgm:pt>
    <dgm:pt modelId="{CCA72816-71F6-6648-B2E2-FF4470F15302}" type="pres">
      <dgm:prSet presAssocID="{BC1B7F4D-66CC-481E-9186-E181E04BD379}" presName="FiveConn_3-4" presStyleLbl="fgAccFollowNode1" presStyleIdx="2" presStyleCnt="4">
        <dgm:presLayoutVars>
          <dgm:bulletEnabled val="1"/>
        </dgm:presLayoutVars>
      </dgm:prSet>
      <dgm:spPr/>
    </dgm:pt>
    <dgm:pt modelId="{FAA0F93A-9D11-6141-BE07-8184D24AF70D}" type="pres">
      <dgm:prSet presAssocID="{BC1B7F4D-66CC-481E-9186-E181E04BD379}" presName="FiveConn_4-5" presStyleLbl="fgAccFollowNode1" presStyleIdx="3" presStyleCnt="4">
        <dgm:presLayoutVars>
          <dgm:bulletEnabled val="1"/>
        </dgm:presLayoutVars>
      </dgm:prSet>
      <dgm:spPr/>
    </dgm:pt>
    <dgm:pt modelId="{2FE8B909-EBD2-B942-873A-C22FBA892065}" type="pres">
      <dgm:prSet presAssocID="{BC1B7F4D-66CC-481E-9186-E181E04BD379}" presName="FiveNodes_1_text" presStyleLbl="node1" presStyleIdx="4" presStyleCnt="5">
        <dgm:presLayoutVars>
          <dgm:bulletEnabled val="1"/>
        </dgm:presLayoutVars>
      </dgm:prSet>
      <dgm:spPr/>
    </dgm:pt>
    <dgm:pt modelId="{8E6058FD-F068-4848-834F-067012E14F70}" type="pres">
      <dgm:prSet presAssocID="{BC1B7F4D-66CC-481E-9186-E181E04BD379}" presName="FiveNodes_2_text" presStyleLbl="node1" presStyleIdx="4" presStyleCnt="5">
        <dgm:presLayoutVars>
          <dgm:bulletEnabled val="1"/>
        </dgm:presLayoutVars>
      </dgm:prSet>
      <dgm:spPr/>
    </dgm:pt>
    <dgm:pt modelId="{1CFEC322-3BC2-5A4E-9AE4-F72BA9A76373}" type="pres">
      <dgm:prSet presAssocID="{BC1B7F4D-66CC-481E-9186-E181E04BD379}" presName="FiveNodes_3_text" presStyleLbl="node1" presStyleIdx="4" presStyleCnt="5">
        <dgm:presLayoutVars>
          <dgm:bulletEnabled val="1"/>
        </dgm:presLayoutVars>
      </dgm:prSet>
      <dgm:spPr/>
    </dgm:pt>
    <dgm:pt modelId="{B8714378-C06E-184D-A23E-CFA842CD2B90}" type="pres">
      <dgm:prSet presAssocID="{BC1B7F4D-66CC-481E-9186-E181E04BD379}" presName="FiveNodes_4_text" presStyleLbl="node1" presStyleIdx="4" presStyleCnt="5">
        <dgm:presLayoutVars>
          <dgm:bulletEnabled val="1"/>
        </dgm:presLayoutVars>
      </dgm:prSet>
      <dgm:spPr/>
    </dgm:pt>
    <dgm:pt modelId="{B7268857-757A-9141-9EE2-2E5E5FCAE98B}" type="pres">
      <dgm:prSet presAssocID="{BC1B7F4D-66CC-481E-9186-E181E04BD379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50DFF716-5105-EA43-BD9A-00EB1847A8BB}" type="presOf" srcId="{D6135F7B-0A59-504A-8202-5F77CBFF96EA}" destId="{8E6058FD-F068-4848-834F-067012E14F70}" srcOrd="1" destOrd="0" presId="urn:microsoft.com/office/officeart/2005/8/layout/vProcess5"/>
    <dgm:cxn modelId="{56DE9818-779C-1243-A679-25AD0873AD58}" type="presOf" srcId="{D6135F7B-0A59-504A-8202-5F77CBFF96EA}" destId="{B50E1F9F-CE62-394E-AFE8-94EBB6B1B776}" srcOrd="0" destOrd="0" presId="urn:microsoft.com/office/officeart/2005/8/layout/vProcess5"/>
    <dgm:cxn modelId="{B7EE7C35-9A64-1647-A689-BB4315800F27}" type="presOf" srcId="{2CA13479-7DCD-4B35-9640-C29BD5D3D149}" destId="{2FE8B909-EBD2-B942-873A-C22FBA892065}" srcOrd="1" destOrd="0" presId="urn:microsoft.com/office/officeart/2005/8/layout/vProcess5"/>
    <dgm:cxn modelId="{FFCB2047-76CB-F948-BE6D-5FA8891D979B}" type="presOf" srcId="{B2EC4B68-0E17-2C40-8A03-F37047C43C56}" destId="{BDF6CEF8-4CBF-BA40-A585-F02613D97A42}" srcOrd="0" destOrd="0" presId="urn:microsoft.com/office/officeart/2005/8/layout/vProcess5"/>
    <dgm:cxn modelId="{E9D2D84C-31C0-B943-8533-2076EDFB3AD2}" srcId="{BC1B7F4D-66CC-481E-9186-E181E04BD379}" destId="{B2EC4B68-0E17-2C40-8A03-F37047C43C56}" srcOrd="4" destOrd="0" parTransId="{AC217F9F-0D2B-5345-856E-0FF9640908C6}" sibTransId="{06D2188B-BC13-674C-888D-C9D546AA7EFF}"/>
    <dgm:cxn modelId="{D65CC48F-6558-6C4B-B802-483D5334B477}" type="presOf" srcId="{0BA81223-0265-B440-8250-85E06CA2D7A1}" destId="{85BB294D-CA27-C642-8177-1C0EA85FDB37}" srcOrd="0" destOrd="0" presId="urn:microsoft.com/office/officeart/2005/8/layout/vProcess5"/>
    <dgm:cxn modelId="{5B146999-EE3D-C745-B360-EE3D89C363F4}" type="presOf" srcId="{2CA13479-7DCD-4B35-9640-C29BD5D3D149}" destId="{88C8CABE-E3E7-3D44-B609-3378FFE23AF2}" srcOrd="0" destOrd="0" presId="urn:microsoft.com/office/officeart/2005/8/layout/vProcess5"/>
    <dgm:cxn modelId="{2BE7729C-9232-054E-858E-F6DAA8CE2753}" type="presOf" srcId="{4718A629-8E53-4B94-BC42-8D72F887F625}" destId="{CF36FF1B-D7FA-7C42-9FE0-8B520360399D}" srcOrd="0" destOrd="0" presId="urn:microsoft.com/office/officeart/2005/8/layout/vProcess5"/>
    <dgm:cxn modelId="{C204D6A1-66BC-3043-8EF9-343882E692EF}" type="presOf" srcId="{CBC8165E-4C4C-2345-8E23-BFF4DBC179F4}" destId="{B8714378-C06E-184D-A23E-CFA842CD2B90}" srcOrd="1" destOrd="0" presId="urn:microsoft.com/office/officeart/2005/8/layout/vProcess5"/>
    <dgm:cxn modelId="{7DA2C4A6-4CE0-644B-9F31-F5D7A98406CC}" type="presOf" srcId="{B2EC4B68-0E17-2C40-8A03-F37047C43C56}" destId="{B7268857-757A-9141-9EE2-2E5E5FCAE98B}" srcOrd="1" destOrd="0" presId="urn:microsoft.com/office/officeart/2005/8/layout/vProcess5"/>
    <dgm:cxn modelId="{FC9F50A7-95B8-4A35-9C54-904E78B55749}" srcId="{BC1B7F4D-66CC-481E-9186-E181E04BD379}" destId="{2CA13479-7DCD-4B35-9640-C29BD5D3D149}" srcOrd="0" destOrd="0" parTransId="{3D14A28B-BCAD-4C99-8026-A1AB2C52088E}" sibTransId="{4718A629-8E53-4B94-BC42-8D72F887F625}"/>
    <dgm:cxn modelId="{BFCF2DB6-FC82-AB43-B2BC-AE2ED0111455}" type="presOf" srcId="{6E971249-71A3-1446-922F-E09EB4286902}" destId="{CCA72816-71F6-6648-B2E2-FF4470F15302}" srcOrd="0" destOrd="0" presId="urn:microsoft.com/office/officeart/2005/8/layout/vProcess5"/>
    <dgm:cxn modelId="{2D59AEB9-A5AA-2E44-874F-C3DCCFA9A22A}" srcId="{BC1B7F4D-66CC-481E-9186-E181E04BD379}" destId="{D6135F7B-0A59-504A-8202-5F77CBFF96EA}" srcOrd="1" destOrd="0" parTransId="{352F59E6-0891-DE4E-A604-CE9C900FD8B6}" sibTransId="{0BA81223-0265-B440-8250-85E06CA2D7A1}"/>
    <dgm:cxn modelId="{4AF35CBD-28C6-D648-8F95-1CA983F96517}" type="presOf" srcId="{3CBB1C30-1987-6547-A629-B1A1FF0D8CA2}" destId="{BBF5AA12-692C-DD42-8DCC-71752665F858}" srcOrd="0" destOrd="0" presId="urn:microsoft.com/office/officeart/2005/8/layout/vProcess5"/>
    <dgm:cxn modelId="{202D55C8-22FA-1A4F-B70F-FBEC4F1C709A}" type="presOf" srcId="{D6530162-D66E-2E4B-A0F2-0D722D25CC29}" destId="{FAA0F93A-9D11-6141-BE07-8184D24AF70D}" srcOrd="0" destOrd="0" presId="urn:microsoft.com/office/officeart/2005/8/layout/vProcess5"/>
    <dgm:cxn modelId="{9EEF86D2-EBBC-8740-A39C-8B873E50A181}" type="presOf" srcId="{CBC8165E-4C4C-2345-8E23-BFF4DBC179F4}" destId="{EB541408-3BBA-FE4E-8A4E-8A743DDB4E4C}" srcOrd="0" destOrd="0" presId="urn:microsoft.com/office/officeart/2005/8/layout/vProcess5"/>
    <dgm:cxn modelId="{CE6D5BD5-B27C-B446-A227-0451910A22C5}" type="presOf" srcId="{3CBB1C30-1987-6547-A629-B1A1FF0D8CA2}" destId="{1CFEC322-3BC2-5A4E-9AE4-F72BA9A76373}" srcOrd="1" destOrd="0" presId="urn:microsoft.com/office/officeart/2005/8/layout/vProcess5"/>
    <dgm:cxn modelId="{0A0126DC-29D1-B74D-9921-07970E9F1840}" srcId="{BC1B7F4D-66CC-481E-9186-E181E04BD379}" destId="{3CBB1C30-1987-6547-A629-B1A1FF0D8CA2}" srcOrd="2" destOrd="0" parTransId="{528319D1-91A6-2644-81C1-D21975B2F687}" sibTransId="{6E971249-71A3-1446-922F-E09EB4286902}"/>
    <dgm:cxn modelId="{1B40C1E2-3522-2541-B741-4B039706BC26}" type="presOf" srcId="{BC1B7F4D-66CC-481E-9186-E181E04BD379}" destId="{DA662260-7625-D848-904A-F1C4A10D5ECE}" srcOrd="0" destOrd="0" presId="urn:microsoft.com/office/officeart/2005/8/layout/vProcess5"/>
    <dgm:cxn modelId="{A24B6CFA-B642-A84E-A1F2-098D0BE3C0D7}" srcId="{BC1B7F4D-66CC-481E-9186-E181E04BD379}" destId="{CBC8165E-4C4C-2345-8E23-BFF4DBC179F4}" srcOrd="3" destOrd="0" parTransId="{C04CAF90-58EB-844A-BB0D-7614C3E0B3E0}" sibTransId="{D6530162-D66E-2E4B-A0F2-0D722D25CC29}"/>
    <dgm:cxn modelId="{4C3F1E5A-C549-D842-82B0-93A63C92A1DE}" type="presParOf" srcId="{DA662260-7625-D848-904A-F1C4A10D5ECE}" destId="{40005FD3-C3CB-1D4E-95F9-84676B12A3F2}" srcOrd="0" destOrd="0" presId="urn:microsoft.com/office/officeart/2005/8/layout/vProcess5"/>
    <dgm:cxn modelId="{EA2AB02F-06B3-9A47-A5A7-267B8C9D5767}" type="presParOf" srcId="{DA662260-7625-D848-904A-F1C4A10D5ECE}" destId="{88C8CABE-E3E7-3D44-B609-3378FFE23AF2}" srcOrd="1" destOrd="0" presId="urn:microsoft.com/office/officeart/2005/8/layout/vProcess5"/>
    <dgm:cxn modelId="{FBFFEAB7-5758-7840-8C25-FC8585D57599}" type="presParOf" srcId="{DA662260-7625-D848-904A-F1C4A10D5ECE}" destId="{B50E1F9F-CE62-394E-AFE8-94EBB6B1B776}" srcOrd="2" destOrd="0" presId="urn:microsoft.com/office/officeart/2005/8/layout/vProcess5"/>
    <dgm:cxn modelId="{17BF8BDE-F314-B641-AF6B-7375DA82B659}" type="presParOf" srcId="{DA662260-7625-D848-904A-F1C4A10D5ECE}" destId="{BBF5AA12-692C-DD42-8DCC-71752665F858}" srcOrd="3" destOrd="0" presId="urn:microsoft.com/office/officeart/2005/8/layout/vProcess5"/>
    <dgm:cxn modelId="{AA8D777C-CD0C-C54F-814D-517FD2BF9103}" type="presParOf" srcId="{DA662260-7625-D848-904A-F1C4A10D5ECE}" destId="{EB541408-3BBA-FE4E-8A4E-8A743DDB4E4C}" srcOrd="4" destOrd="0" presId="urn:microsoft.com/office/officeart/2005/8/layout/vProcess5"/>
    <dgm:cxn modelId="{F8EE3A92-FD0C-3C44-9CA1-0F0D9D3A8792}" type="presParOf" srcId="{DA662260-7625-D848-904A-F1C4A10D5ECE}" destId="{BDF6CEF8-4CBF-BA40-A585-F02613D97A42}" srcOrd="5" destOrd="0" presId="urn:microsoft.com/office/officeart/2005/8/layout/vProcess5"/>
    <dgm:cxn modelId="{F8075060-5A5D-C542-8091-06FD2E8044FD}" type="presParOf" srcId="{DA662260-7625-D848-904A-F1C4A10D5ECE}" destId="{CF36FF1B-D7FA-7C42-9FE0-8B520360399D}" srcOrd="6" destOrd="0" presId="urn:microsoft.com/office/officeart/2005/8/layout/vProcess5"/>
    <dgm:cxn modelId="{657AF44E-4344-FA48-8773-607A72DF2F85}" type="presParOf" srcId="{DA662260-7625-D848-904A-F1C4A10D5ECE}" destId="{85BB294D-CA27-C642-8177-1C0EA85FDB37}" srcOrd="7" destOrd="0" presId="urn:microsoft.com/office/officeart/2005/8/layout/vProcess5"/>
    <dgm:cxn modelId="{638684DF-A744-1F49-AF50-67E21C288D6D}" type="presParOf" srcId="{DA662260-7625-D848-904A-F1C4A10D5ECE}" destId="{CCA72816-71F6-6648-B2E2-FF4470F15302}" srcOrd="8" destOrd="0" presId="urn:microsoft.com/office/officeart/2005/8/layout/vProcess5"/>
    <dgm:cxn modelId="{F6121C21-8568-0A44-9CA7-2A5E558F4A30}" type="presParOf" srcId="{DA662260-7625-D848-904A-F1C4A10D5ECE}" destId="{FAA0F93A-9D11-6141-BE07-8184D24AF70D}" srcOrd="9" destOrd="0" presId="urn:microsoft.com/office/officeart/2005/8/layout/vProcess5"/>
    <dgm:cxn modelId="{0F6D52C5-CCCC-A145-B23F-8FC763C3082B}" type="presParOf" srcId="{DA662260-7625-D848-904A-F1C4A10D5ECE}" destId="{2FE8B909-EBD2-B942-873A-C22FBA892065}" srcOrd="10" destOrd="0" presId="urn:microsoft.com/office/officeart/2005/8/layout/vProcess5"/>
    <dgm:cxn modelId="{0233F3BB-3503-1449-8A16-A8944FD28C4C}" type="presParOf" srcId="{DA662260-7625-D848-904A-F1C4A10D5ECE}" destId="{8E6058FD-F068-4848-834F-067012E14F70}" srcOrd="11" destOrd="0" presId="urn:microsoft.com/office/officeart/2005/8/layout/vProcess5"/>
    <dgm:cxn modelId="{37923075-BF3B-3142-93CA-7ACAD9520144}" type="presParOf" srcId="{DA662260-7625-D848-904A-F1C4A10D5ECE}" destId="{1CFEC322-3BC2-5A4E-9AE4-F72BA9A76373}" srcOrd="12" destOrd="0" presId="urn:microsoft.com/office/officeart/2005/8/layout/vProcess5"/>
    <dgm:cxn modelId="{DFE2CB51-1E45-F742-BAE2-D39F469152A4}" type="presParOf" srcId="{DA662260-7625-D848-904A-F1C4A10D5ECE}" destId="{B8714378-C06E-184D-A23E-CFA842CD2B90}" srcOrd="13" destOrd="0" presId="urn:microsoft.com/office/officeart/2005/8/layout/vProcess5"/>
    <dgm:cxn modelId="{A21293E1-D081-B94E-BA40-42F186419051}" type="presParOf" srcId="{DA662260-7625-D848-904A-F1C4A10D5ECE}" destId="{B7268857-757A-9141-9EE2-2E5E5FCAE98B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91C857-F513-4049-8A7D-0E6D9DAEE92A}">
      <dsp:nvSpPr>
        <dsp:cNvPr id="0" name=""/>
        <dsp:cNvSpPr/>
      </dsp:nvSpPr>
      <dsp:spPr>
        <a:xfrm>
          <a:off x="0" y="333140"/>
          <a:ext cx="6666833" cy="17608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270764" rIns="517420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1300" kern="1200" dirty="0"/>
            <a:t>A teljes hálózati architektúra megtervezése és megvalósítása</a:t>
          </a:r>
          <a:endParaRPr lang="en-US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1300" kern="1200" dirty="0"/>
            <a:t>Routerek és </a:t>
          </a:r>
          <a:r>
            <a:rPr lang="hu-HU" sz="1300" kern="1200" dirty="0" err="1"/>
            <a:t>switchek</a:t>
          </a:r>
          <a:r>
            <a:rPr lang="hu-HU" sz="1300" kern="1200" dirty="0"/>
            <a:t> részletes konfigurálása Cisco </a:t>
          </a:r>
          <a:r>
            <a:rPr lang="hu-HU" sz="1300" kern="1200" dirty="0" err="1"/>
            <a:t>Packet</a:t>
          </a:r>
          <a:r>
            <a:rPr lang="hu-HU" sz="1300" kern="1200" dirty="0"/>
            <a:t> </a:t>
          </a:r>
          <a:r>
            <a:rPr lang="hu-HU" sz="1300" kern="1200" dirty="0" err="1"/>
            <a:t>Tracerben</a:t>
          </a:r>
          <a:endParaRPr lang="en-US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1300" kern="1200" dirty="0"/>
            <a:t>VLAN-ok és </a:t>
          </a:r>
          <a:r>
            <a:rPr lang="hu-HU" sz="1300" kern="1200" dirty="0" err="1"/>
            <a:t>inter</a:t>
          </a:r>
          <a:r>
            <a:rPr lang="hu-HU" sz="1300" kern="1200" dirty="0"/>
            <a:t>-VLAN </a:t>
          </a:r>
          <a:r>
            <a:rPr lang="hu-HU" sz="1300" kern="1200" dirty="0" err="1"/>
            <a:t>routing</a:t>
          </a:r>
          <a:r>
            <a:rPr lang="hu-HU" sz="1300" kern="1200" dirty="0"/>
            <a:t> kialakítása (router-</a:t>
          </a:r>
          <a:r>
            <a:rPr lang="hu-HU" sz="1300" kern="1200" dirty="0" err="1"/>
            <a:t>on</a:t>
          </a:r>
          <a:r>
            <a:rPr lang="hu-HU" sz="1300" kern="1200" dirty="0"/>
            <a:t>-a-</a:t>
          </a:r>
          <a:r>
            <a:rPr lang="hu-HU" sz="1300" kern="1200" dirty="0" err="1"/>
            <a:t>stick</a:t>
          </a:r>
          <a:r>
            <a:rPr lang="hu-HU" sz="1300" kern="1200" dirty="0"/>
            <a:t> / </a:t>
          </a:r>
          <a:r>
            <a:rPr lang="hu-HU" sz="1300" kern="1200" dirty="0" err="1"/>
            <a:t>multilayer</a:t>
          </a:r>
          <a:r>
            <a:rPr lang="hu-HU" sz="1300" kern="1200" dirty="0"/>
            <a:t> </a:t>
          </a:r>
          <a:r>
            <a:rPr lang="hu-HU" sz="1300" kern="1200" dirty="0" err="1"/>
            <a:t>switch</a:t>
          </a:r>
          <a:r>
            <a:rPr lang="hu-HU" sz="1300" kern="1200" dirty="0"/>
            <a:t>)</a:t>
          </a:r>
          <a:endParaRPr lang="en-US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1300" kern="1200" dirty="0"/>
            <a:t>Hálózati biztonsági megoldások konfigurálása:</a:t>
          </a:r>
          <a:endParaRPr lang="en-US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1300" kern="1200"/>
            <a:t>ACL-ek, Port security, NAT, DHCP, DNS, FTP és web szolgáltatások konfigurálása</a:t>
          </a:r>
          <a:endParaRPr lang="en-US" sz="1300" kern="1200"/>
        </a:p>
      </dsp:txBody>
      <dsp:txXfrm>
        <a:off x="0" y="333140"/>
        <a:ext cx="6666833" cy="1760849"/>
      </dsp:txXfrm>
    </dsp:sp>
    <dsp:sp modelId="{7C6A9E6F-4BE1-394B-8AE2-F65DF8BA0C74}">
      <dsp:nvSpPr>
        <dsp:cNvPr id="0" name=""/>
        <dsp:cNvSpPr/>
      </dsp:nvSpPr>
      <dsp:spPr>
        <a:xfrm>
          <a:off x="333341" y="141260"/>
          <a:ext cx="4666783" cy="3837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300" kern="1200" dirty="0"/>
            <a:t>Fő feladatok:</a:t>
          </a:r>
          <a:endParaRPr lang="en-US" sz="1300" kern="1200" dirty="0"/>
        </a:p>
      </dsp:txBody>
      <dsp:txXfrm>
        <a:off x="352075" y="159994"/>
        <a:ext cx="4629315" cy="346292"/>
      </dsp:txXfrm>
    </dsp:sp>
    <dsp:sp modelId="{9EBBE25A-E074-6343-968E-8ADBBE46CF01}">
      <dsp:nvSpPr>
        <dsp:cNvPr id="0" name=""/>
        <dsp:cNvSpPr/>
      </dsp:nvSpPr>
      <dsp:spPr>
        <a:xfrm>
          <a:off x="0" y="2356070"/>
          <a:ext cx="6666833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1610903"/>
              <a:satOff val="-4623"/>
              <a:lumOff val="-740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1B3A44-E584-6D4C-BE1F-B00426E876C0}">
      <dsp:nvSpPr>
        <dsp:cNvPr id="0" name=""/>
        <dsp:cNvSpPr/>
      </dsp:nvSpPr>
      <dsp:spPr>
        <a:xfrm>
          <a:off x="333341" y="2164190"/>
          <a:ext cx="4666783" cy="383760"/>
        </a:xfrm>
        <a:prstGeom prst="roundRect">
          <a:avLst/>
        </a:prstGeom>
        <a:gradFill rotWithShape="0">
          <a:gsLst>
            <a:gs pos="0">
              <a:schemeClr val="accent2">
                <a:hueOff val="1610903"/>
                <a:satOff val="-4623"/>
                <a:lumOff val="-740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610903"/>
                <a:satOff val="-4623"/>
                <a:lumOff val="-740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610903"/>
                <a:satOff val="-4623"/>
                <a:lumOff val="-740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300" kern="1200"/>
            <a:t>Routing beállítások (statikus útvonalak, OSPF)</a:t>
          </a:r>
          <a:endParaRPr lang="en-US" sz="1300" kern="1200"/>
        </a:p>
      </dsp:txBody>
      <dsp:txXfrm>
        <a:off x="352075" y="2182924"/>
        <a:ext cx="4629315" cy="346292"/>
      </dsp:txXfrm>
    </dsp:sp>
    <dsp:sp modelId="{65AF51D9-BE78-A849-9E57-0C739029E794}">
      <dsp:nvSpPr>
        <dsp:cNvPr id="0" name=""/>
        <dsp:cNvSpPr/>
      </dsp:nvSpPr>
      <dsp:spPr>
        <a:xfrm>
          <a:off x="0" y="2945750"/>
          <a:ext cx="6666833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3221806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B418CD-C80B-E645-997B-1E89954C109F}">
      <dsp:nvSpPr>
        <dsp:cNvPr id="0" name=""/>
        <dsp:cNvSpPr/>
      </dsp:nvSpPr>
      <dsp:spPr>
        <a:xfrm>
          <a:off x="333341" y="2753870"/>
          <a:ext cx="4666783" cy="383760"/>
        </a:xfrm>
        <a:prstGeom prst="roundRect">
          <a:avLst/>
        </a:prstGeom>
        <a:gradFill rotWithShape="0">
          <a:gsLst>
            <a:gs pos="0">
              <a:schemeClr val="accent2">
                <a:hueOff val="3221806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6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6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300" kern="1200"/>
            <a:t>Multilayer switch bevezetése a fejlesztési hálózatban</a:t>
          </a:r>
          <a:endParaRPr lang="en-US" sz="1300" kern="1200"/>
        </a:p>
      </dsp:txBody>
      <dsp:txXfrm>
        <a:off x="352075" y="2772604"/>
        <a:ext cx="4629315" cy="346292"/>
      </dsp:txXfrm>
    </dsp:sp>
    <dsp:sp modelId="{E15F7CB0-E721-F040-87F9-FFAA3A430B5C}">
      <dsp:nvSpPr>
        <dsp:cNvPr id="0" name=""/>
        <dsp:cNvSpPr/>
      </dsp:nvSpPr>
      <dsp:spPr>
        <a:xfrm>
          <a:off x="0" y="3535430"/>
          <a:ext cx="6666833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4832709"/>
              <a:satOff val="-13870"/>
              <a:lumOff val="-22207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B6442D-1350-CE45-9B91-CDB0C40CBD14}">
      <dsp:nvSpPr>
        <dsp:cNvPr id="0" name=""/>
        <dsp:cNvSpPr/>
      </dsp:nvSpPr>
      <dsp:spPr>
        <a:xfrm>
          <a:off x="333341" y="3343549"/>
          <a:ext cx="4666783" cy="383760"/>
        </a:xfrm>
        <a:prstGeom prst="roundRect">
          <a:avLst/>
        </a:prstGeom>
        <a:gradFill rotWithShape="0">
          <a:gsLst>
            <a:gs pos="0">
              <a:schemeClr val="accent2">
                <a:hueOff val="4832709"/>
                <a:satOff val="-13870"/>
                <a:lumOff val="-222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832709"/>
                <a:satOff val="-13870"/>
                <a:lumOff val="-222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832709"/>
                <a:satOff val="-13870"/>
                <a:lumOff val="-222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300" kern="1200" dirty="0"/>
            <a:t>• A hálózat </a:t>
          </a:r>
          <a:r>
            <a:rPr lang="hu-HU" sz="1300" kern="1200" dirty="0" err="1"/>
            <a:t>müködésének</a:t>
          </a:r>
          <a:r>
            <a:rPr lang="hu-HU" sz="1300" kern="1200" dirty="0"/>
            <a:t> </a:t>
          </a:r>
          <a:r>
            <a:rPr lang="hu-HU" sz="1300" kern="1200" dirty="0" err="1"/>
            <a:t>ellenörzése</a:t>
          </a:r>
          <a:r>
            <a:rPr lang="hu-HU" sz="1300" kern="1200" dirty="0"/>
            <a:t> és hibakeresése</a:t>
          </a:r>
          <a:endParaRPr lang="en-US" sz="1300" kern="1200" dirty="0"/>
        </a:p>
      </dsp:txBody>
      <dsp:txXfrm>
        <a:off x="352075" y="3362283"/>
        <a:ext cx="4629315" cy="346292"/>
      </dsp:txXfrm>
    </dsp:sp>
    <dsp:sp modelId="{D30CEB13-D98B-0E44-83FC-AE811DA49236}">
      <dsp:nvSpPr>
        <dsp:cNvPr id="0" name=""/>
        <dsp:cNvSpPr/>
      </dsp:nvSpPr>
      <dsp:spPr>
        <a:xfrm>
          <a:off x="0" y="4125109"/>
          <a:ext cx="6666833" cy="11875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443612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270764" rIns="517420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hu-HU" sz="1300" b="0" i="0" u="none" kern="1200" dirty="0"/>
            <a:t>A hálózat technikai megvalósításának </a:t>
          </a:r>
          <a:r>
            <a:rPr lang="hu-HU" sz="1300" b="0" i="0" u="none" kern="1200" dirty="0" err="1"/>
            <a:t>döntó</a:t>
          </a:r>
          <a:r>
            <a:rPr lang="hu-HU" sz="1300" b="0" i="0" u="none" kern="1200" dirty="0"/>
            <a:t> része
Biztonságos és </a:t>
          </a:r>
          <a:r>
            <a:rPr lang="hu-HU" sz="1300" b="0" i="0" u="none" kern="1200" dirty="0" err="1"/>
            <a:t>múködö</a:t>
          </a:r>
          <a:r>
            <a:rPr lang="hu-HU" sz="1300" b="0" i="0" u="none" kern="1200" dirty="0"/>
            <a:t> vállalati hálózati prototípus kialakítása
Projekt szakmai irányítása és technikai összefogása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hu-HU" sz="1300" b="0" i="0" u="none" kern="1200" dirty="0"/>
        </a:p>
      </dsp:txBody>
      <dsp:txXfrm>
        <a:off x="0" y="4125109"/>
        <a:ext cx="6666833" cy="1187549"/>
      </dsp:txXfrm>
    </dsp:sp>
    <dsp:sp modelId="{F4B59C57-3486-BB42-A330-A120B48F00D0}">
      <dsp:nvSpPr>
        <dsp:cNvPr id="0" name=""/>
        <dsp:cNvSpPr/>
      </dsp:nvSpPr>
      <dsp:spPr>
        <a:xfrm>
          <a:off x="333341" y="3933229"/>
          <a:ext cx="4666783" cy="383760"/>
        </a:xfrm>
        <a:prstGeom prst="roundRect">
          <a:avLst/>
        </a:prstGeom>
        <a:gradFill rotWithShape="0">
          <a:gsLst>
            <a:gs pos="0">
              <a:schemeClr val="accent2">
                <a:hueOff val="6443612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2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2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300" b="0" i="0" u="none" kern="1200" dirty="0"/>
            <a:t>Hozzájárulás a projekthez:</a:t>
          </a:r>
        </a:p>
      </dsp:txBody>
      <dsp:txXfrm>
        <a:off x="352075" y="3951963"/>
        <a:ext cx="4629315" cy="3462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975E39-828C-6A49-9B40-611F65DFA380}">
      <dsp:nvSpPr>
        <dsp:cNvPr id="0" name=""/>
        <dsp:cNvSpPr/>
      </dsp:nvSpPr>
      <dsp:spPr>
        <a:xfrm>
          <a:off x="0" y="396337"/>
          <a:ext cx="6715125" cy="3326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1168" tIns="458216" rIns="521168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2200" kern="1200" dirty="0"/>
            <a:t>A hálózat logikai és fizikai felépítésének megtervezése</a:t>
          </a:r>
          <a:endParaRPr 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2200" kern="1200"/>
            <a:t>Routerek és switchek alapkonfigurációja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2200" kern="1200" dirty="0"/>
            <a:t>VLAN-ok kialakítása és végpontok csatlakoztatása</a:t>
          </a:r>
          <a:endParaRPr 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2200" kern="1200"/>
            <a:t>IP-címzés megtervezése (statikus és dinamikus)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2200" kern="1200"/>
            <a:t>Kapcsolatok tesztelése (ping, traceroute)</a:t>
          </a:r>
          <a:endParaRPr lang="en-US" sz="2200" kern="1200"/>
        </a:p>
      </dsp:txBody>
      <dsp:txXfrm>
        <a:off x="0" y="396337"/>
        <a:ext cx="6715125" cy="3326399"/>
      </dsp:txXfrm>
    </dsp:sp>
    <dsp:sp modelId="{35CF27D6-ED3B-4E40-A034-ABC1F9FEFBC1}">
      <dsp:nvSpPr>
        <dsp:cNvPr id="0" name=""/>
        <dsp:cNvSpPr/>
      </dsp:nvSpPr>
      <dsp:spPr>
        <a:xfrm>
          <a:off x="335756" y="71617"/>
          <a:ext cx="4700587" cy="64944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671" tIns="0" rIns="177671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200" kern="1200"/>
            <a:t>Fő feladatok:</a:t>
          </a:r>
          <a:endParaRPr lang="en-US" sz="2200" kern="1200"/>
        </a:p>
      </dsp:txBody>
      <dsp:txXfrm>
        <a:off x="367459" y="103320"/>
        <a:ext cx="4637181" cy="586034"/>
      </dsp:txXfrm>
    </dsp:sp>
    <dsp:sp modelId="{6EC4006E-E1DA-2D4C-A2B2-F9FDA48DA1C3}">
      <dsp:nvSpPr>
        <dsp:cNvPr id="0" name=""/>
        <dsp:cNvSpPr/>
      </dsp:nvSpPr>
      <dsp:spPr>
        <a:xfrm>
          <a:off x="0" y="4166257"/>
          <a:ext cx="6715125" cy="19057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1168" tIns="458216" rIns="521168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2200" kern="1200" dirty="0"/>
            <a:t>Telephelyi és </a:t>
          </a:r>
          <a:r>
            <a:rPr lang="hu-HU" sz="2200" kern="1200" dirty="0" err="1"/>
            <a:t>részlegenkénti</a:t>
          </a:r>
          <a:r>
            <a:rPr lang="hu-HU" sz="2200" kern="1200" dirty="0"/>
            <a:t> hálózati struktúra kialakítása
Stabil alap biztosítása a további konfigurációkhoz</a:t>
          </a:r>
          <a:endParaRPr lang="en-US" sz="2200" kern="1200" dirty="0"/>
        </a:p>
      </dsp:txBody>
      <dsp:txXfrm>
        <a:off x="0" y="4166257"/>
        <a:ext cx="6715125" cy="1905749"/>
      </dsp:txXfrm>
    </dsp:sp>
    <dsp:sp modelId="{2F01B9DB-C62C-4444-B4E4-5921EAF799EB}">
      <dsp:nvSpPr>
        <dsp:cNvPr id="0" name=""/>
        <dsp:cNvSpPr/>
      </dsp:nvSpPr>
      <dsp:spPr>
        <a:xfrm>
          <a:off x="335756" y="3841537"/>
          <a:ext cx="4700587" cy="64944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671" tIns="0" rIns="177671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200" kern="1200" dirty="0"/>
            <a:t>Hozzájárulás a projekthez:</a:t>
          </a:r>
          <a:endParaRPr lang="en-US" sz="2200" kern="1200" dirty="0"/>
        </a:p>
      </dsp:txBody>
      <dsp:txXfrm>
        <a:off x="367459" y="3873240"/>
        <a:ext cx="4637181" cy="58603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71EA1B-D041-BA45-8138-0BA04CF5A2E6}">
      <dsp:nvSpPr>
        <dsp:cNvPr id="0" name=""/>
        <dsp:cNvSpPr/>
      </dsp:nvSpPr>
      <dsp:spPr>
        <a:xfrm>
          <a:off x="51" y="86800"/>
          <a:ext cx="4913783" cy="6048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100" kern="1200"/>
            <a:t>Fő feladatok:</a:t>
          </a:r>
          <a:endParaRPr lang="en-US" sz="2100" kern="1200"/>
        </a:p>
      </dsp:txBody>
      <dsp:txXfrm>
        <a:off x="51" y="86800"/>
        <a:ext cx="4913783" cy="604800"/>
      </dsp:txXfrm>
    </dsp:sp>
    <dsp:sp modelId="{98EEE2F4-45D8-6846-9DBC-9908893138B4}">
      <dsp:nvSpPr>
        <dsp:cNvPr id="0" name=""/>
        <dsp:cNvSpPr/>
      </dsp:nvSpPr>
      <dsp:spPr>
        <a:xfrm>
          <a:off x="51" y="691600"/>
          <a:ext cx="4913783" cy="3170474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2100" kern="1200" dirty="0" err="1"/>
            <a:t>Jira</a:t>
          </a:r>
          <a:r>
            <a:rPr lang="hu-HU" sz="2100" kern="1200" dirty="0"/>
            <a:t> feladatok létrehozása, frissítése és nyomon követése
</a:t>
          </a:r>
          <a:r>
            <a:rPr lang="hu-HU" sz="2100" kern="1200" dirty="0" err="1"/>
            <a:t>Időráforditások</a:t>
          </a:r>
          <a:r>
            <a:rPr lang="hu-HU" sz="2100" kern="1200" dirty="0"/>
            <a:t> (</a:t>
          </a:r>
          <a:r>
            <a:rPr lang="hu-HU" sz="2100" kern="1200" dirty="0" err="1"/>
            <a:t>worklog</a:t>
          </a:r>
          <a:r>
            <a:rPr lang="hu-HU" sz="2100" kern="1200" dirty="0"/>
            <a:t>) kezelése
Egyszerűbb hálózati konfigurációs feladatok elvégzése
Tesztelési folyamat támogatása (PASS / </a:t>
          </a:r>
          <a:r>
            <a:rPr lang="hu-HU" sz="2100" kern="1200" dirty="0" err="1"/>
            <a:t>FAlL</a:t>
          </a:r>
          <a:r>
            <a:rPr lang="hu-HU" sz="2100" kern="1200" dirty="0"/>
            <a:t> esetek rögzítése)
Dokumentáció kiegészítése és ellenőrzése</a:t>
          </a:r>
          <a:endParaRPr lang="en-US" sz="2100" kern="1200" dirty="0"/>
        </a:p>
      </dsp:txBody>
      <dsp:txXfrm>
        <a:off x="51" y="691600"/>
        <a:ext cx="4913783" cy="3170474"/>
      </dsp:txXfrm>
    </dsp:sp>
    <dsp:sp modelId="{8EB472FE-945F-7446-99D5-5B9261F8B987}">
      <dsp:nvSpPr>
        <dsp:cNvPr id="0" name=""/>
        <dsp:cNvSpPr/>
      </dsp:nvSpPr>
      <dsp:spPr>
        <a:xfrm>
          <a:off x="5601764" y="86800"/>
          <a:ext cx="4913783" cy="604800"/>
        </a:xfrm>
        <a:prstGeom prst="rect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2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100" kern="1200" dirty="0"/>
            <a:t>Hozzájárulás a projekthez:</a:t>
          </a:r>
          <a:endParaRPr lang="en-US" sz="2100" kern="1200" dirty="0"/>
        </a:p>
      </dsp:txBody>
      <dsp:txXfrm>
        <a:off x="5601764" y="86800"/>
        <a:ext cx="4913783" cy="604800"/>
      </dsp:txXfrm>
    </dsp:sp>
    <dsp:sp modelId="{AD77586D-6AC4-3049-93BA-85E85212072E}">
      <dsp:nvSpPr>
        <dsp:cNvPr id="0" name=""/>
        <dsp:cNvSpPr/>
      </dsp:nvSpPr>
      <dsp:spPr>
        <a:xfrm>
          <a:off x="5601764" y="691600"/>
          <a:ext cx="4913783" cy="3170474"/>
        </a:xfrm>
        <a:prstGeom prst="rect">
          <a:avLst/>
        </a:prstGeom>
        <a:solidFill>
          <a:schemeClr val="accent2">
            <a:tint val="40000"/>
            <a:alpha val="90000"/>
            <a:hueOff val="6734724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24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2100" kern="1200" dirty="0"/>
            <a:t>Projektátláthatóság biztosítása </a:t>
          </a:r>
          <a:r>
            <a:rPr lang="hu-HU" sz="2100" kern="1200" dirty="0" err="1"/>
            <a:t>Jira</a:t>
          </a:r>
          <a:r>
            <a:rPr lang="hu-HU" sz="2100" kern="1200" dirty="0"/>
            <a:t> segítségével
Adminisztratív és technikai támogatás a csapat számára
Tesztelési és dokumentációs feladatok segítése</a:t>
          </a:r>
          <a:endParaRPr lang="en-US" sz="2100" kern="1200" dirty="0"/>
        </a:p>
      </dsp:txBody>
      <dsp:txXfrm>
        <a:off x="5601764" y="691600"/>
        <a:ext cx="4913783" cy="317047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44C1A9-2038-DB4E-8A26-FD3A5F2BDF54}">
      <dsp:nvSpPr>
        <dsp:cNvPr id="0" name=""/>
        <dsp:cNvSpPr/>
      </dsp:nvSpPr>
      <dsp:spPr>
        <a:xfrm>
          <a:off x="2615263" y="711165"/>
          <a:ext cx="5464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46401" y="4572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74038" y="753997"/>
        <a:ext cx="28850" cy="5775"/>
      </dsp:txXfrm>
    </dsp:sp>
    <dsp:sp modelId="{604DE686-B15F-614B-A728-103C26DAE8F2}">
      <dsp:nvSpPr>
        <dsp:cNvPr id="0" name=""/>
        <dsp:cNvSpPr/>
      </dsp:nvSpPr>
      <dsp:spPr>
        <a:xfrm>
          <a:off x="108358" y="4273"/>
          <a:ext cx="2508704" cy="150522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929" tIns="129035" rIns="122929" bIns="129035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800" kern="1200"/>
            <a:t>A hálózat egy közepes méretű vállalat működését modellezi több részleggel</a:t>
          </a:r>
          <a:endParaRPr lang="en-US" sz="1800" kern="1200"/>
        </a:p>
      </dsp:txBody>
      <dsp:txXfrm>
        <a:off x="108358" y="4273"/>
        <a:ext cx="2508704" cy="1505222"/>
      </dsp:txXfrm>
    </dsp:sp>
    <dsp:sp modelId="{CE6BC82F-D054-0A41-B927-7E5653652C9C}">
      <dsp:nvSpPr>
        <dsp:cNvPr id="0" name=""/>
        <dsp:cNvSpPr/>
      </dsp:nvSpPr>
      <dsp:spPr>
        <a:xfrm>
          <a:off x="1362710" y="1507696"/>
          <a:ext cx="3085706" cy="546401"/>
        </a:xfrm>
        <a:custGeom>
          <a:avLst/>
          <a:gdLst/>
          <a:ahLst/>
          <a:cxnLst/>
          <a:rect l="0" t="0" r="0" b="0"/>
          <a:pathLst>
            <a:path>
              <a:moveTo>
                <a:pt x="3085706" y="0"/>
              </a:moveTo>
              <a:lnTo>
                <a:pt x="3085706" y="290300"/>
              </a:lnTo>
              <a:lnTo>
                <a:pt x="0" y="290300"/>
              </a:lnTo>
              <a:lnTo>
                <a:pt x="0" y="546401"/>
              </a:lnTo>
            </a:path>
          </a:pathLst>
        </a:custGeom>
        <a:noFill/>
        <a:ln w="12700" cap="flat" cmpd="sng" algn="ctr">
          <a:solidFill>
            <a:schemeClr val="accent5">
              <a:hueOff val="-3038037"/>
              <a:satOff val="-207"/>
              <a:lumOff val="49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27084" y="1778009"/>
        <a:ext cx="156959" cy="5775"/>
      </dsp:txXfrm>
    </dsp:sp>
    <dsp:sp modelId="{6DF2C9C0-92D3-7940-A71A-C38E9A81E784}">
      <dsp:nvSpPr>
        <dsp:cNvPr id="0" name=""/>
        <dsp:cNvSpPr/>
      </dsp:nvSpPr>
      <dsp:spPr>
        <a:xfrm>
          <a:off x="3194064" y="4273"/>
          <a:ext cx="2508704" cy="1505222"/>
        </a:xfrm>
        <a:prstGeom prst="rect">
          <a:avLst/>
        </a:prstGeom>
        <a:solidFill>
          <a:schemeClr val="accent5">
            <a:hueOff val="-2430430"/>
            <a:satOff val="-165"/>
            <a:lumOff val="39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929" tIns="129035" rIns="122929" bIns="129035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800" kern="1200"/>
            <a:t>A hálózat VLAN-okkal szegmentált, külön alhálózat tartozik az egyes osztályokhoz</a:t>
          </a:r>
          <a:endParaRPr lang="en-US" sz="1800" kern="1200"/>
        </a:p>
      </dsp:txBody>
      <dsp:txXfrm>
        <a:off x="3194064" y="4273"/>
        <a:ext cx="2508704" cy="1505222"/>
      </dsp:txXfrm>
    </dsp:sp>
    <dsp:sp modelId="{FE6F09F6-D376-6149-BCBD-DA5417886B0B}">
      <dsp:nvSpPr>
        <dsp:cNvPr id="0" name=""/>
        <dsp:cNvSpPr/>
      </dsp:nvSpPr>
      <dsp:spPr>
        <a:xfrm>
          <a:off x="2615263" y="2793389"/>
          <a:ext cx="5464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46401" y="45720"/>
              </a:lnTo>
            </a:path>
          </a:pathLst>
        </a:custGeom>
        <a:noFill/>
        <a:ln w="12700" cap="flat" cmpd="sng" algn="ctr">
          <a:solidFill>
            <a:schemeClr val="accent5">
              <a:hueOff val="-6076075"/>
              <a:satOff val="-413"/>
              <a:lumOff val="98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74038" y="2836221"/>
        <a:ext cx="28850" cy="5775"/>
      </dsp:txXfrm>
    </dsp:sp>
    <dsp:sp modelId="{9C193AAD-62A6-6648-B2C5-5A5819F034FD}">
      <dsp:nvSpPr>
        <dsp:cNvPr id="0" name=""/>
        <dsp:cNvSpPr/>
      </dsp:nvSpPr>
      <dsp:spPr>
        <a:xfrm>
          <a:off x="108358" y="2086498"/>
          <a:ext cx="2508704" cy="1505222"/>
        </a:xfrm>
        <a:prstGeom prst="rect">
          <a:avLst/>
        </a:prstGeom>
        <a:solidFill>
          <a:schemeClr val="accent5">
            <a:hueOff val="-4860860"/>
            <a:satOff val="-330"/>
            <a:lumOff val="78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929" tIns="129035" rIns="122929" bIns="129035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800" kern="1200"/>
            <a:t>A VLAN-ok közötti kommunikációt inter-VLAN routing biztosítja</a:t>
          </a:r>
          <a:endParaRPr lang="en-US" sz="1800" kern="1200"/>
        </a:p>
      </dsp:txBody>
      <dsp:txXfrm>
        <a:off x="108358" y="2086498"/>
        <a:ext cx="2508704" cy="1505222"/>
      </dsp:txXfrm>
    </dsp:sp>
    <dsp:sp modelId="{1C0AAE58-19C4-C14E-8E23-1237A8AC6D6E}">
      <dsp:nvSpPr>
        <dsp:cNvPr id="0" name=""/>
        <dsp:cNvSpPr/>
      </dsp:nvSpPr>
      <dsp:spPr>
        <a:xfrm>
          <a:off x="1362710" y="3589920"/>
          <a:ext cx="3085706" cy="546401"/>
        </a:xfrm>
        <a:custGeom>
          <a:avLst/>
          <a:gdLst/>
          <a:ahLst/>
          <a:cxnLst/>
          <a:rect l="0" t="0" r="0" b="0"/>
          <a:pathLst>
            <a:path>
              <a:moveTo>
                <a:pt x="3085706" y="0"/>
              </a:moveTo>
              <a:lnTo>
                <a:pt x="3085706" y="290300"/>
              </a:lnTo>
              <a:lnTo>
                <a:pt x="0" y="290300"/>
              </a:lnTo>
              <a:lnTo>
                <a:pt x="0" y="546401"/>
              </a:lnTo>
            </a:path>
          </a:pathLst>
        </a:custGeom>
        <a:noFill/>
        <a:ln w="12700" cap="flat" cmpd="sng" algn="ctr">
          <a:solidFill>
            <a:schemeClr val="accent5">
              <a:hueOff val="-9114112"/>
              <a:satOff val="-620"/>
              <a:lumOff val="147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27084" y="3860233"/>
        <a:ext cx="156959" cy="5775"/>
      </dsp:txXfrm>
    </dsp:sp>
    <dsp:sp modelId="{BFB972B3-0160-8641-8CCA-FC6A14EE3E6D}">
      <dsp:nvSpPr>
        <dsp:cNvPr id="0" name=""/>
        <dsp:cNvSpPr/>
      </dsp:nvSpPr>
      <dsp:spPr>
        <a:xfrm>
          <a:off x="3194064" y="2086498"/>
          <a:ext cx="2508704" cy="1505222"/>
        </a:xfrm>
        <a:prstGeom prst="rect">
          <a:avLst/>
        </a:prstGeom>
        <a:solidFill>
          <a:schemeClr val="accent5">
            <a:hueOff val="-7291290"/>
            <a:satOff val="-496"/>
            <a:lumOff val="117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929" tIns="129035" rIns="122929" bIns="129035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700" kern="1200" dirty="0"/>
            <a:t>A hálózat </a:t>
          </a:r>
          <a:r>
            <a:rPr lang="hu-HU" sz="1700" kern="1200" dirty="0" err="1"/>
            <a:t>alapvet</a:t>
          </a:r>
          <a:r>
            <a:rPr lang="hu-HU" sz="1700" kern="1200" dirty="0"/>
            <a:t> szolgáltatásai:</a:t>
          </a:r>
          <a:endParaRPr lang="en-US" sz="17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1500" kern="1200" dirty="0"/>
            <a:t>DHCP 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1500" kern="1200" dirty="0"/>
            <a:t>DNS 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u-HU" sz="1500" kern="1200" dirty="0"/>
            <a:t>FTP és Web szerver</a:t>
          </a:r>
          <a:endParaRPr lang="en-US" sz="1500" kern="1200" dirty="0"/>
        </a:p>
      </dsp:txBody>
      <dsp:txXfrm>
        <a:off x="3194064" y="2086498"/>
        <a:ext cx="2508704" cy="1505222"/>
      </dsp:txXfrm>
    </dsp:sp>
    <dsp:sp modelId="{DEA8623D-50C0-AF41-95A4-AC776D3ED7B2}">
      <dsp:nvSpPr>
        <dsp:cNvPr id="0" name=""/>
        <dsp:cNvSpPr/>
      </dsp:nvSpPr>
      <dsp:spPr>
        <a:xfrm>
          <a:off x="2615263" y="4875613"/>
          <a:ext cx="5464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46401" y="45720"/>
              </a:lnTo>
            </a:path>
          </a:pathLst>
        </a:custGeom>
        <a:noFill/>
        <a:ln w="1270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74038" y="4918446"/>
        <a:ext cx="28850" cy="5775"/>
      </dsp:txXfrm>
    </dsp:sp>
    <dsp:sp modelId="{1614AE06-978D-024E-ACDF-A5A0121134B0}">
      <dsp:nvSpPr>
        <dsp:cNvPr id="0" name=""/>
        <dsp:cNvSpPr/>
      </dsp:nvSpPr>
      <dsp:spPr>
        <a:xfrm>
          <a:off x="108358" y="4168722"/>
          <a:ext cx="2508704" cy="1505222"/>
        </a:xfrm>
        <a:prstGeom prst="rect">
          <a:avLst/>
        </a:prstGeom>
        <a:solidFill>
          <a:schemeClr val="accent5">
            <a:hueOff val="-9721720"/>
            <a:satOff val="-661"/>
            <a:lumOff val="156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929" tIns="129035" rIns="122929" bIns="129035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800" kern="1200"/>
            <a:t>A biztonságot ACL-ek, port security és NAT biztosítia</a:t>
          </a:r>
          <a:endParaRPr lang="en-US" sz="1800" kern="1200"/>
        </a:p>
      </dsp:txBody>
      <dsp:txXfrm>
        <a:off x="108358" y="4168722"/>
        <a:ext cx="2508704" cy="1505222"/>
      </dsp:txXfrm>
    </dsp:sp>
    <dsp:sp modelId="{C76EB184-633B-5044-B3BD-145799AA6A5E}">
      <dsp:nvSpPr>
        <dsp:cNvPr id="0" name=""/>
        <dsp:cNvSpPr/>
      </dsp:nvSpPr>
      <dsp:spPr>
        <a:xfrm>
          <a:off x="3194064" y="4168722"/>
          <a:ext cx="2508704" cy="1505222"/>
        </a:xfrm>
        <a:prstGeom prst="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929" tIns="129035" rIns="122929" bIns="129035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800" kern="1200"/>
            <a:t>A prototípus Cisco Packet Tracerben készült, valós vállalati környezetet szimulálva</a:t>
          </a:r>
          <a:endParaRPr lang="en-US" sz="1800" kern="1200"/>
        </a:p>
      </dsp:txBody>
      <dsp:txXfrm>
        <a:off x="3194064" y="4168722"/>
        <a:ext cx="2508704" cy="150522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910AE6-F6B6-A040-BA75-D58EAFCFBA99}">
      <dsp:nvSpPr>
        <dsp:cNvPr id="0" name=""/>
        <dsp:cNvSpPr/>
      </dsp:nvSpPr>
      <dsp:spPr>
        <a:xfrm>
          <a:off x="0" y="0"/>
          <a:ext cx="5763768" cy="4414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900" b="0" i="0" kern="1200" baseline="0"/>
            <a:t>Nyílt forráskódú verziókezelő rendszer</a:t>
          </a:r>
          <a:endParaRPr lang="en-US" sz="1900" kern="1200"/>
        </a:p>
      </dsp:txBody>
      <dsp:txXfrm>
        <a:off x="12931" y="12931"/>
        <a:ext cx="5235718" cy="415621"/>
      </dsp:txXfrm>
    </dsp:sp>
    <dsp:sp modelId="{10F6FF0E-14F6-914D-B19C-A8DBEC6E09C8}">
      <dsp:nvSpPr>
        <dsp:cNvPr id="0" name=""/>
        <dsp:cNvSpPr/>
      </dsp:nvSpPr>
      <dsp:spPr>
        <a:xfrm>
          <a:off x="430411" y="502800"/>
          <a:ext cx="5763768" cy="4414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900" b="0" i="0" kern="1200" baseline="0"/>
            <a:t>Forráskód és konfiguráció változáskövetése</a:t>
          </a:r>
          <a:endParaRPr lang="en-US" sz="1900" kern="1200"/>
        </a:p>
      </dsp:txBody>
      <dsp:txXfrm>
        <a:off x="443342" y="515731"/>
        <a:ext cx="5020530" cy="415621"/>
      </dsp:txXfrm>
    </dsp:sp>
    <dsp:sp modelId="{9DD2A3FD-2F60-8F4D-A30B-6613E30B431B}">
      <dsp:nvSpPr>
        <dsp:cNvPr id="0" name=""/>
        <dsp:cNvSpPr/>
      </dsp:nvSpPr>
      <dsp:spPr>
        <a:xfrm>
          <a:off x="860822" y="1005601"/>
          <a:ext cx="5763768" cy="4414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900" b="0" i="0" kern="1200" baseline="0"/>
            <a:t>Verziók és branchek kezelése</a:t>
          </a:r>
          <a:endParaRPr lang="en-US" sz="1900" kern="1200"/>
        </a:p>
      </dsp:txBody>
      <dsp:txXfrm>
        <a:off x="873753" y="1018532"/>
        <a:ext cx="5020530" cy="415621"/>
      </dsp:txXfrm>
    </dsp:sp>
    <dsp:sp modelId="{C29ED5E2-3900-344E-8800-658D3FE791AE}">
      <dsp:nvSpPr>
        <dsp:cNvPr id="0" name=""/>
        <dsp:cNvSpPr/>
      </dsp:nvSpPr>
      <dsp:spPr>
        <a:xfrm>
          <a:off x="1291233" y="1508402"/>
          <a:ext cx="5763768" cy="4414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900" b="0" i="0" kern="1200" baseline="0"/>
            <a:t>Visszaállás korábbi állapotra</a:t>
          </a:r>
          <a:endParaRPr lang="en-US" sz="1900" kern="1200"/>
        </a:p>
      </dsp:txBody>
      <dsp:txXfrm>
        <a:off x="1304164" y="1521333"/>
        <a:ext cx="5020530" cy="415621"/>
      </dsp:txXfrm>
    </dsp:sp>
    <dsp:sp modelId="{E562F22F-3399-F14F-9B52-18856AA2F32B}">
      <dsp:nvSpPr>
        <dsp:cNvPr id="0" name=""/>
        <dsp:cNvSpPr/>
      </dsp:nvSpPr>
      <dsp:spPr>
        <a:xfrm>
          <a:off x="1721644" y="2011203"/>
          <a:ext cx="5763768" cy="4414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900" b="0" i="0" kern="1200" baseline="0"/>
            <a:t>Integráció GitHubbal és más repositorykkal</a:t>
          </a:r>
          <a:endParaRPr lang="en-US" sz="1900" kern="1200"/>
        </a:p>
      </dsp:txBody>
      <dsp:txXfrm>
        <a:off x="1734575" y="2024134"/>
        <a:ext cx="5020530" cy="415621"/>
      </dsp:txXfrm>
    </dsp:sp>
    <dsp:sp modelId="{85CFEE48-B54C-6249-809E-9DA1481C7073}">
      <dsp:nvSpPr>
        <dsp:cNvPr id="0" name=""/>
        <dsp:cNvSpPr/>
      </dsp:nvSpPr>
      <dsp:spPr>
        <a:xfrm>
          <a:off x="5476803" y="322528"/>
          <a:ext cx="286964" cy="28696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5541370" y="322528"/>
        <a:ext cx="157830" cy="215940"/>
      </dsp:txXfrm>
    </dsp:sp>
    <dsp:sp modelId="{7A6B2334-3CD1-AA49-9BA5-CDA2623D21EC}">
      <dsp:nvSpPr>
        <dsp:cNvPr id="0" name=""/>
        <dsp:cNvSpPr/>
      </dsp:nvSpPr>
      <dsp:spPr>
        <a:xfrm>
          <a:off x="5907214" y="825329"/>
          <a:ext cx="286964" cy="28696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5971781" y="825329"/>
        <a:ext cx="157830" cy="215940"/>
      </dsp:txXfrm>
    </dsp:sp>
    <dsp:sp modelId="{8B415FDB-D806-804C-91B6-C13D4FB92287}">
      <dsp:nvSpPr>
        <dsp:cNvPr id="0" name=""/>
        <dsp:cNvSpPr/>
      </dsp:nvSpPr>
      <dsp:spPr>
        <a:xfrm>
          <a:off x="6337626" y="1320771"/>
          <a:ext cx="286964" cy="28696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6402193" y="1320771"/>
        <a:ext cx="157830" cy="215940"/>
      </dsp:txXfrm>
    </dsp:sp>
    <dsp:sp modelId="{DA3C9BFD-838B-1A46-8A9C-9479CA2A70D9}">
      <dsp:nvSpPr>
        <dsp:cNvPr id="0" name=""/>
        <dsp:cNvSpPr/>
      </dsp:nvSpPr>
      <dsp:spPr>
        <a:xfrm>
          <a:off x="6768037" y="1828478"/>
          <a:ext cx="286964" cy="28696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6832604" y="1828478"/>
        <a:ext cx="157830" cy="21594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C8CABE-E3E7-3D44-B609-3378FFE23AF2}">
      <dsp:nvSpPr>
        <dsp:cNvPr id="0" name=""/>
        <dsp:cNvSpPr/>
      </dsp:nvSpPr>
      <dsp:spPr>
        <a:xfrm>
          <a:off x="0" y="0"/>
          <a:ext cx="5763768" cy="4414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900" kern="1200" dirty="0"/>
            <a:t>Projekt- és feladatkezelő eszköz (</a:t>
          </a:r>
          <a:r>
            <a:rPr lang="hu-HU" sz="1900" kern="1200" dirty="0" err="1"/>
            <a:t>Atlassian</a:t>
          </a:r>
          <a:r>
            <a:rPr lang="hu-HU" sz="1900" kern="1200" dirty="0"/>
            <a:t>)</a:t>
          </a:r>
          <a:endParaRPr lang="en-US" sz="1900" kern="1200" dirty="0"/>
        </a:p>
      </dsp:txBody>
      <dsp:txXfrm>
        <a:off x="12931" y="12931"/>
        <a:ext cx="5235718" cy="415621"/>
      </dsp:txXfrm>
    </dsp:sp>
    <dsp:sp modelId="{B50E1F9F-CE62-394E-AFE8-94EBB6B1B776}">
      <dsp:nvSpPr>
        <dsp:cNvPr id="0" name=""/>
        <dsp:cNvSpPr/>
      </dsp:nvSpPr>
      <dsp:spPr>
        <a:xfrm>
          <a:off x="430411" y="502800"/>
          <a:ext cx="5763768" cy="4414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900" kern="1200" dirty="0" err="1"/>
            <a:t>Issue</a:t>
          </a:r>
          <a:r>
            <a:rPr lang="hu-HU" sz="1900" kern="1200" dirty="0"/>
            <a:t> és </a:t>
          </a:r>
          <a:r>
            <a:rPr lang="hu-HU" sz="1900" kern="1200" dirty="0" err="1"/>
            <a:t>task</a:t>
          </a:r>
          <a:r>
            <a:rPr lang="hu-HU" sz="1900" kern="1200" dirty="0"/>
            <a:t> </a:t>
          </a:r>
          <a:r>
            <a:rPr lang="hu-HU" sz="1900" kern="1200" dirty="0" err="1"/>
            <a:t>tracking</a:t>
          </a:r>
          <a:endParaRPr lang="en-US" sz="1900" kern="1200" dirty="0"/>
        </a:p>
      </dsp:txBody>
      <dsp:txXfrm>
        <a:off x="443342" y="515731"/>
        <a:ext cx="5020530" cy="415621"/>
      </dsp:txXfrm>
    </dsp:sp>
    <dsp:sp modelId="{BBF5AA12-692C-DD42-8DCC-71752665F858}">
      <dsp:nvSpPr>
        <dsp:cNvPr id="0" name=""/>
        <dsp:cNvSpPr/>
      </dsp:nvSpPr>
      <dsp:spPr>
        <a:xfrm>
          <a:off x="860822" y="1005601"/>
          <a:ext cx="5763768" cy="4414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900" kern="1200" dirty="0"/>
            <a:t>Csapatmunka és határidő-kezelés</a:t>
          </a:r>
          <a:endParaRPr lang="en-US" sz="1900" kern="1200" dirty="0"/>
        </a:p>
      </dsp:txBody>
      <dsp:txXfrm>
        <a:off x="873753" y="1018532"/>
        <a:ext cx="5020530" cy="415621"/>
      </dsp:txXfrm>
    </dsp:sp>
    <dsp:sp modelId="{EB541408-3BBA-FE4E-8A4E-8A743DDB4E4C}">
      <dsp:nvSpPr>
        <dsp:cNvPr id="0" name=""/>
        <dsp:cNvSpPr/>
      </dsp:nvSpPr>
      <dsp:spPr>
        <a:xfrm>
          <a:off x="1291233" y="1508402"/>
          <a:ext cx="5763768" cy="4414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900" kern="1200" dirty="0"/>
            <a:t>Átlátható </a:t>
          </a:r>
          <a:r>
            <a:rPr lang="hu-HU" sz="1900" kern="1200" dirty="0" err="1"/>
            <a:t>workflow</a:t>
          </a:r>
          <a:r>
            <a:rPr lang="hu-HU" sz="1900" kern="1200" dirty="0"/>
            <a:t> és státusz követés</a:t>
          </a:r>
          <a:endParaRPr lang="en-US" sz="1900" kern="1200" dirty="0"/>
        </a:p>
      </dsp:txBody>
      <dsp:txXfrm>
        <a:off x="1304164" y="1521333"/>
        <a:ext cx="5020530" cy="415621"/>
      </dsp:txXfrm>
    </dsp:sp>
    <dsp:sp modelId="{BDF6CEF8-4CBF-BA40-A585-F02613D97A42}">
      <dsp:nvSpPr>
        <dsp:cNvPr id="0" name=""/>
        <dsp:cNvSpPr/>
      </dsp:nvSpPr>
      <dsp:spPr>
        <a:xfrm>
          <a:off x="1721644" y="2011203"/>
          <a:ext cx="5763768" cy="4414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900" kern="1200" dirty="0"/>
            <a:t>Időráfordítás (</a:t>
          </a:r>
          <a:r>
            <a:rPr lang="hu-HU" sz="1900" kern="1200" dirty="0" err="1"/>
            <a:t>time</a:t>
          </a:r>
          <a:r>
            <a:rPr lang="hu-HU" sz="1900" kern="1200" dirty="0"/>
            <a:t> </a:t>
          </a:r>
          <a:r>
            <a:rPr lang="hu-HU" sz="1900" kern="1200" dirty="0" err="1"/>
            <a:t>tracking</a:t>
          </a:r>
          <a:r>
            <a:rPr lang="hu-HU" sz="1900" kern="1200" dirty="0"/>
            <a:t>) és riportok</a:t>
          </a:r>
          <a:endParaRPr lang="en-US" sz="1900" kern="1200" dirty="0"/>
        </a:p>
      </dsp:txBody>
      <dsp:txXfrm>
        <a:off x="1734575" y="2024134"/>
        <a:ext cx="5020530" cy="415621"/>
      </dsp:txXfrm>
    </dsp:sp>
    <dsp:sp modelId="{CF36FF1B-D7FA-7C42-9FE0-8B520360399D}">
      <dsp:nvSpPr>
        <dsp:cNvPr id="0" name=""/>
        <dsp:cNvSpPr/>
      </dsp:nvSpPr>
      <dsp:spPr>
        <a:xfrm>
          <a:off x="5476803" y="322528"/>
          <a:ext cx="286964" cy="28696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5541370" y="322528"/>
        <a:ext cx="157830" cy="215940"/>
      </dsp:txXfrm>
    </dsp:sp>
    <dsp:sp modelId="{85BB294D-CA27-C642-8177-1C0EA85FDB37}">
      <dsp:nvSpPr>
        <dsp:cNvPr id="0" name=""/>
        <dsp:cNvSpPr/>
      </dsp:nvSpPr>
      <dsp:spPr>
        <a:xfrm>
          <a:off x="5907214" y="825329"/>
          <a:ext cx="286964" cy="28696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u-HU" sz="1300" kern="1200"/>
        </a:p>
      </dsp:txBody>
      <dsp:txXfrm>
        <a:off x="5971781" y="825329"/>
        <a:ext cx="157830" cy="215940"/>
      </dsp:txXfrm>
    </dsp:sp>
    <dsp:sp modelId="{CCA72816-71F6-6648-B2E2-FF4470F15302}">
      <dsp:nvSpPr>
        <dsp:cNvPr id="0" name=""/>
        <dsp:cNvSpPr/>
      </dsp:nvSpPr>
      <dsp:spPr>
        <a:xfrm>
          <a:off x="6337626" y="1320771"/>
          <a:ext cx="286964" cy="28696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u-HU" sz="1300" kern="1200"/>
        </a:p>
      </dsp:txBody>
      <dsp:txXfrm>
        <a:off x="6402193" y="1320771"/>
        <a:ext cx="157830" cy="215940"/>
      </dsp:txXfrm>
    </dsp:sp>
    <dsp:sp modelId="{FAA0F93A-9D11-6141-BE07-8184D24AF70D}">
      <dsp:nvSpPr>
        <dsp:cNvPr id="0" name=""/>
        <dsp:cNvSpPr/>
      </dsp:nvSpPr>
      <dsp:spPr>
        <a:xfrm>
          <a:off x="6768037" y="1828478"/>
          <a:ext cx="286964" cy="28696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u-HU" sz="1300" kern="1200"/>
        </a:p>
      </dsp:txBody>
      <dsp:txXfrm>
        <a:off x="6832604" y="1828478"/>
        <a:ext cx="157830" cy="2159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39F995-2A69-754E-9252-9A6746B31172}" type="datetimeFigureOut">
              <a:rPr lang="hu-HU" smtClean="0"/>
              <a:t>2026. 02. 19.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3CF5A7-300F-B04A-985C-B283B69AF12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97626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7E445-4867-904B-9610-B1E6D4EFF978}" type="slidenum">
              <a:rPr lang="hu-HU" smtClean="0"/>
              <a:t>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607530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CF5A7-300F-B04A-985C-B283B69AF125}" type="slidenum">
              <a:rPr lang="hu-HU" smtClean="0"/>
              <a:t>17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052785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98A0FCE-38E4-73C9-382B-98C0E98BF3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88771007-C694-0290-21E4-376EEBFBD8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EED987D-29B7-1E9F-5BF6-D2DEBF0F5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1339E-E161-F24A-B4B5-7BC3AF4BBE53}" type="datetimeFigureOut">
              <a:rPr lang="hu-HU" smtClean="0"/>
              <a:t>2026. 02. 19.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1F0BFDA-C692-AFD3-2257-DD620121C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4D29D21-A683-56C9-2141-F55E35102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48A87-8C15-4D44-A808-938016B2D3C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50221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D89B419-05DF-03D2-A738-1DD6E9310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A83AFD9-C70C-41BC-4D4B-F8F4B0997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46B9EB2-A904-E474-5785-D0CD97FBA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1339E-E161-F24A-B4B5-7BC3AF4BBE53}" type="datetimeFigureOut">
              <a:rPr lang="hu-HU" smtClean="0"/>
              <a:t>2026. 02. 19.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55331D0-B33F-5C00-61D2-CEF95DBB2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C9FFC7E-8362-0B9A-2F3B-E461B81A1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48A87-8C15-4D44-A808-938016B2D3C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38196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55C651C-7F57-5518-EC6D-52197D193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F7A6FD26-5687-7C48-4083-8AE3A25349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6AC0A10-4215-B973-2E91-D99DF1A0C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1339E-E161-F24A-B4B5-7BC3AF4BBE53}" type="datetimeFigureOut">
              <a:rPr lang="hu-HU" smtClean="0"/>
              <a:t>2026. 02. 19.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10EE0FB-5F8E-783E-6091-7B850218B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CEB5F16-605F-AA0F-4863-3ECEEFD87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48A87-8C15-4D44-A808-938016B2D3C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12491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6B12DDA-3CEA-A6E1-A851-247FB1E8A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3F6C29F-90B0-593A-7409-CDCF4F4AF5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30C61E3C-3997-D734-72C7-30BB77C836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7A8109E2-0AC0-39E0-B2FA-9A6CA3573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1339E-E161-F24A-B4B5-7BC3AF4BBE53}" type="datetimeFigureOut">
              <a:rPr lang="hu-HU" smtClean="0"/>
              <a:t>2026. 02. 19.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F8CFC2C0-17DF-6E7B-C58F-CF26BF5C3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F1013BE7-7AF9-8B1D-21E5-6E76C9C3F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48A87-8C15-4D44-A808-938016B2D3C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6349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F622B85-E979-EFF2-2A26-D96585D23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BBABA5A8-B089-1BD9-7BC0-170153F31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83323524-3E2D-77DE-3A84-B459D1B173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D1F0DB9C-B2F9-28ED-7904-874CB2EB98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DAC7CDDC-980D-134E-9DA8-5294076AB3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902B646C-395B-3112-12DD-85910376E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1339E-E161-F24A-B4B5-7BC3AF4BBE53}" type="datetimeFigureOut">
              <a:rPr lang="hu-HU" smtClean="0"/>
              <a:t>2026. 02. 19.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C5062AC5-310B-7E1D-4960-A362B3EBB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2527DC0B-BA52-7CCC-56DB-B843FCF3C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48A87-8C15-4D44-A808-938016B2D3C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57266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596FA03-20A7-B14E-C9EE-5AC59E2FB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BC2B4908-C3A8-26EA-F927-FFF99F0EB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1339E-E161-F24A-B4B5-7BC3AF4BBE53}" type="datetimeFigureOut">
              <a:rPr lang="hu-HU" smtClean="0"/>
              <a:t>2026. 02. 19.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FB62F51F-FC46-FC2D-4D7C-61027FA8D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1A014C83-667C-6430-E761-DC179EAB4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48A87-8C15-4D44-A808-938016B2D3C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25159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ADC4845A-B161-6AC1-B827-F9D4994B9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1339E-E161-F24A-B4B5-7BC3AF4BBE53}" type="datetimeFigureOut">
              <a:rPr lang="hu-HU" smtClean="0"/>
              <a:t>2026. 02. 19.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829D7BB0-5241-DE78-DB31-08193872A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71976C69-BF2A-A3B9-EBC5-A7A1467B6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48A87-8C15-4D44-A808-938016B2D3C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01988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DA0BB3B-CCA0-EB15-24F5-21BAC9C48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552FEEC-1022-8F0C-701A-C9C3AB4AD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DE65B6AC-A542-E1FE-493B-1BDE1C1D05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03B0F24D-0623-924A-04A4-AEE60BBF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1339E-E161-F24A-B4B5-7BC3AF4BBE53}" type="datetimeFigureOut">
              <a:rPr lang="hu-HU" smtClean="0"/>
              <a:t>2026. 02. 19.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BE7C6E0A-746E-28C2-DAD8-805633F02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8F47E60B-31E3-A7A6-B4E2-0B8450BBE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48A87-8C15-4D44-A808-938016B2D3C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8983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AF8E781-3E84-B285-3B92-1E85E2E00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FD557BA2-36FF-CBC1-BBC0-968C81534D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67877EC2-8EFB-751A-58C6-7375176DC5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5E803888-F7F2-63E7-BA4B-147D9A1B7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1339E-E161-F24A-B4B5-7BC3AF4BBE53}" type="datetimeFigureOut">
              <a:rPr lang="hu-HU" smtClean="0"/>
              <a:t>2026. 02. 19.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E73F1DAF-9494-C5FF-E1D0-4CEB53327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6B0F3D09-F926-0B56-656A-729E2E1F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48A87-8C15-4D44-A808-938016B2D3C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91038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04B28E8-BEB0-EB6B-08E6-27726CF9C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67E4A756-E25F-F631-92D7-73ED7E1BA7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B0F0527-3AF9-76A2-2853-347048894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1339E-E161-F24A-B4B5-7BC3AF4BBE53}" type="datetimeFigureOut">
              <a:rPr lang="hu-HU" smtClean="0"/>
              <a:t>2026. 02. 19.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C95F5BA-8EF2-18C3-28EB-199F71289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B5235FF-E101-16D5-D98C-43E3AFD85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48A87-8C15-4D44-A808-938016B2D3C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18697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66E7F234-ECD6-A621-BD3B-82C6EAAD34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D3FFA192-55A7-4A5C-6BEF-3E48CF626A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1FD811A-49DD-D393-8951-B9DDA9D10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1339E-E161-F24A-B4B5-7BC3AF4BBE53}" type="datetimeFigureOut">
              <a:rPr lang="hu-HU" smtClean="0"/>
              <a:t>2026. 02. 19.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EF61FD6-CE83-7412-36AC-3C79250CC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A2DDAE0-068A-58C8-24C1-11B568568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48A87-8C15-4D44-A808-938016B2D3C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74170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B269DA25-0052-1A76-24B0-AB406E90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5FA24331-C074-D6DC-6546-6BC172C13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C337D7C-E5B1-A616-14EF-91E125A4B9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1339E-E161-F24A-B4B5-7BC3AF4BBE53}" type="datetimeFigureOut">
              <a:rPr lang="hu-HU" smtClean="0"/>
              <a:t>2026. 02. 19.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F988266-06A3-36A6-B11B-126B3CA272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875EE96-4E0D-B64F-7F5E-4B11D64341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E48A87-8C15-4D44-A808-938016B2D3C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59822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A82789EA-7EEA-B934-17EC-F914D2FE30E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6600082" y="3237642"/>
            <a:ext cx="4805996" cy="129711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hu-HU" sz="40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-webkit-standard"/>
              </a:rPr>
              <a:t>CseGe</a:t>
            </a:r>
            <a:r>
              <a:rPr kumimoji="0" lang="hu-HU" altLang="hu-HU" sz="4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-webkit-standard"/>
              </a:rPr>
              <a:t> Kft. hálózati prototípus bemutatása</a:t>
            </a:r>
            <a:endParaRPr kumimoji="0" lang="hu-HU" altLang="hu-HU" sz="40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9BE0238-451A-61E5-CB6D-D3210C29791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600387" y="3998844"/>
            <a:ext cx="4805691" cy="8388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b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hu-HU" altLang="hu-HU" sz="17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-webkit-standard"/>
              </a:rPr>
              <a:t>Készítette: Elekes Bálint, Győrfi Dániel, Szőts Dávid</a:t>
            </a:r>
            <a:br>
              <a:rPr kumimoji="0" lang="hu-HU" altLang="hu-HU" sz="17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</a:br>
            <a:endParaRPr kumimoji="0" lang="hu-HU" altLang="hu-HU" sz="17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Cisco Packet Tracer for Linux Download (2025 Latest)">
            <a:extLst>
              <a:ext uri="{FF2B5EF4-FFF2-40B4-BE49-F238E27FC236}">
                <a16:creationId xmlns:a16="http://schemas.microsoft.com/office/drawing/2014/main" id="{4B59EFBE-3497-0D5D-7FB4-4334E41DA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722" y="2268375"/>
            <a:ext cx="3487557" cy="3487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8081362"/>
      </p:ext>
    </p:extLst>
  </p:cSld>
  <p:clrMapOvr>
    <a:masterClrMapping/>
  </p:clrMapOvr>
  <p:transition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94CC1888-22C6-6EA8-1B52-4F22D989F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273" y="3152765"/>
            <a:ext cx="3115265" cy="2396359"/>
          </a:xfrm>
        </p:spPr>
        <p:txBody>
          <a:bodyPr anchor="b">
            <a:normAutofit fontScale="90000"/>
          </a:bodyPr>
          <a:lstStyle/>
          <a:p>
            <a:pPr algn="r"/>
            <a:r>
              <a:rPr lang="hu-HU" sz="4000" b="1" dirty="0">
                <a:solidFill>
                  <a:srgbClr val="FFFFFF"/>
                </a:solidFill>
              </a:rPr>
              <a:t>Bemutatkozás</a:t>
            </a:r>
            <a:br>
              <a:rPr lang="hu-HU" sz="4000" dirty="0">
                <a:solidFill>
                  <a:srgbClr val="FFFFFF"/>
                </a:solidFill>
              </a:rPr>
            </a:br>
            <a:br>
              <a:rPr lang="hu-HU" sz="4000" dirty="0">
                <a:solidFill>
                  <a:srgbClr val="FFFFFF"/>
                </a:solidFill>
              </a:rPr>
            </a:br>
            <a:r>
              <a:rPr lang="hu-HU" sz="4000" dirty="0">
                <a:solidFill>
                  <a:srgbClr val="FFFFFF"/>
                </a:solidFill>
              </a:rPr>
              <a:t>Elekes Bálint - </a:t>
            </a:r>
            <a:r>
              <a:rPr lang="hu-HU" sz="4000" dirty="0" err="1">
                <a:solidFill>
                  <a:srgbClr val="FFFFFF"/>
                </a:solidFill>
              </a:rPr>
              <a:t>Projektmanager</a:t>
            </a:r>
            <a:r>
              <a:rPr lang="hu-HU" sz="4000" dirty="0">
                <a:solidFill>
                  <a:srgbClr val="FFFFFF"/>
                </a:solidFill>
              </a:rPr>
              <a:t> és vezető hálózati </a:t>
            </a:r>
            <a:r>
              <a:rPr lang="hu-HU" sz="4000" dirty="0" err="1">
                <a:solidFill>
                  <a:srgbClr val="FFFFFF"/>
                </a:solidFill>
              </a:rPr>
              <a:t>konfigurátor</a:t>
            </a:r>
            <a:endParaRPr lang="hu-HU" sz="4000" dirty="0">
              <a:solidFill>
                <a:srgbClr val="FFFFFF"/>
              </a:solidFill>
            </a:endParaRPr>
          </a:p>
        </p:txBody>
      </p:sp>
      <p:graphicFrame>
        <p:nvGraphicFramePr>
          <p:cNvPr id="5" name="Tartalom helye 2">
            <a:extLst>
              <a:ext uri="{FF2B5EF4-FFF2-40B4-BE49-F238E27FC236}">
                <a16:creationId xmlns:a16="http://schemas.microsoft.com/office/drawing/2014/main" id="{123D5F89-0429-0F33-7665-B9614E6742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8314275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59658835"/>
      </p:ext>
    </p:extLst>
  </p:cSld>
  <p:clrMapOvr>
    <a:masterClrMapping/>
  </p:clrMapOvr>
  <p:transition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5217023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42AE028A-02A5-F566-84EC-2C7A0465C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3770"/>
            <a:ext cx="3220329" cy="2027227"/>
          </a:xfrm>
        </p:spPr>
        <p:txBody>
          <a:bodyPr anchor="t">
            <a:normAutofit/>
          </a:bodyPr>
          <a:lstStyle/>
          <a:p>
            <a:r>
              <a:rPr lang="hu-HU" sz="3400">
                <a:solidFill>
                  <a:srgbClr val="FFFFFF"/>
                </a:solidFill>
              </a:rPr>
              <a:t>Győrfi Dániel – Hálózati tervezés és alapkonfiguráció</a:t>
            </a:r>
          </a:p>
        </p:txBody>
      </p:sp>
      <p:graphicFrame>
        <p:nvGraphicFramePr>
          <p:cNvPr id="5" name="Tartalom helye 2">
            <a:extLst>
              <a:ext uri="{FF2B5EF4-FFF2-40B4-BE49-F238E27FC236}">
                <a16:creationId xmlns:a16="http://schemas.microsoft.com/office/drawing/2014/main" id="{928D5F29-11DD-CCD9-6C3B-E9AE8A83C6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8559903"/>
              </p:ext>
            </p:extLst>
          </p:nvPr>
        </p:nvGraphicFramePr>
        <p:xfrm>
          <a:off x="5343524" y="442912"/>
          <a:ext cx="6715125" cy="6143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05003212"/>
      </p:ext>
    </p:extLst>
  </p:cSld>
  <p:clrMapOvr>
    <a:masterClrMapping/>
  </p:clrMapOvr>
  <p:transition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A46B8F-4825-C9EF-C714-95EF28055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D43CB832-84E6-FE40-6C92-C1733A08E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hu-HU" sz="4200"/>
              <a:t>Szőts Dávid - Projektadminisztráció és támogatás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rtalom helye 2">
            <a:extLst>
              <a:ext uri="{FF2B5EF4-FFF2-40B4-BE49-F238E27FC236}">
                <a16:creationId xmlns:a16="http://schemas.microsoft.com/office/drawing/2014/main" id="{B94D0F8C-A494-63AF-0E3E-7F8F0DBBA9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8773994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1576197"/>
      </p:ext>
    </p:extLst>
  </p:cSld>
  <p:clrMapOvr>
    <a:masterClrMapping/>
  </p:clrMapOvr>
  <p:transition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5217023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9F47FDB5-EA37-C969-E6CB-FDB853E95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3770"/>
            <a:ext cx="3220329" cy="2027227"/>
          </a:xfrm>
        </p:spPr>
        <p:txBody>
          <a:bodyPr anchor="t">
            <a:normAutofit/>
          </a:bodyPr>
          <a:lstStyle/>
          <a:p>
            <a:r>
              <a:rPr lang="hu-HU" sz="4600">
                <a:solidFill>
                  <a:srgbClr val="FFFFFF"/>
                </a:solidFill>
              </a:rPr>
              <a:t>CseGe Kft. Ismertetése dióhéjban</a:t>
            </a:r>
          </a:p>
        </p:txBody>
      </p:sp>
      <p:graphicFrame>
        <p:nvGraphicFramePr>
          <p:cNvPr id="5" name="Tartalom helye 2">
            <a:extLst>
              <a:ext uri="{FF2B5EF4-FFF2-40B4-BE49-F238E27FC236}">
                <a16:creationId xmlns:a16="http://schemas.microsoft.com/office/drawing/2014/main" id="{71BC9D49-0D36-C4DA-1297-13BB351F65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943408"/>
              </p:ext>
            </p:extLst>
          </p:nvPr>
        </p:nvGraphicFramePr>
        <p:xfrm>
          <a:off x="5542672" y="541606"/>
          <a:ext cx="5811128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zövegdoboz 3">
            <a:extLst>
              <a:ext uri="{FF2B5EF4-FFF2-40B4-BE49-F238E27FC236}">
                <a16:creationId xmlns:a16="http://schemas.microsoft.com/office/drawing/2014/main" id="{E41C038F-75B8-8F97-B1FB-769803BB9DDE}"/>
              </a:ext>
            </a:extLst>
          </p:cNvPr>
          <p:cNvSpPr txBox="1"/>
          <p:nvPr/>
        </p:nvSpPr>
        <p:spPr>
          <a:xfrm>
            <a:off x="13230225" y="918686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190400781"/>
      </p:ext>
    </p:extLst>
  </p:cSld>
  <p:clrMapOvr>
    <a:masterClrMapping/>
  </p:clrMapOvr>
  <p:transition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A88129DB-759B-7259-1FC6-EB20185FB4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9639"/>
          <a:stretch>
            <a:fillRect/>
          </a:stretch>
        </p:blipFill>
        <p:spPr>
          <a:xfrm>
            <a:off x="20" y="10"/>
            <a:ext cx="11975224" cy="6736065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2A263E5E-AD1F-51B1-63AD-4669B3A8E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</a:rPr>
              <a:t>Teljes prototype</a:t>
            </a:r>
            <a:endParaRPr lang="en-US" sz="3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8395916"/>
      </p:ext>
    </p:extLst>
  </p:cSld>
  <p:clrMapOvr>
    <a:masterClrMapping/>
  </p:clrMapOvr>
  <p:transition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BE4E3952-CDFB-865C-F55D-BDF4B7B77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hu-HU" sz="5400"/>
              <a:t>Fejlesztési osztály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artalom helye 2">
            <a:extLst>
              <a:ext uri="{FF2B5EF4-FFF2-40B4-BE49-F238E27FC236}">
                <a16:creationId xmlns:a16="http://schemas.microsoft.com/office/drawing/2014/main" id="{167D0F13-2FFD-AB27-39C0-52B3EBD1B6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736" y="2741893"/>
            <a:ext cx="3890513" cy="395438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hu-HU" sz="2000" dirty="0">
                <a:ea typeface="+mn-lt"/>
                <a:cs typeface="+mn-lt"/>
              </a:rPr>
              <a:t>Router: </a:t>
            </a:r>
            <a:r>
              <a:rPr lang="hu-HU" sz="2000" b="1" dirty="0">
                <a:ea typeface="+mn-lt"/>
                <a:cs typeface="+mn-lt"/>
              </a:rPr>
              <a:t>FEJLESZTESI</a:t>
            </a:r>
          </a:p>
          <a:p>
            <a:r>
              <a:rPr lang="hu-HU" sz="2000" dirty="0">
                <a:ea typeface="+mn-lt"/>
                <a:cs typeface="+mn-lt"/>
              </a:rPr>
              <a:t>VPN végpont: Tunnel0 – </a:t>
            </a:r>
            <a:r>
              <a:rPr lang="hu-HU" sz="2000" dirty="0">
                <a:latin typeface="Consolas"/>
                <a:ea typeface="+mn-lt"/>
                <a:cs typeface="+mn-lt"/>
              </a:rPr>
              <a:t>172.16.10.1</a:t>
            </a:r>
          </a:p>
          <a:p>
            <a:r>
              <a:rPr lang="hu-HU" sz="2000" dirty="0">
                <a:latin typeface="Consolas"/>
                <a:ea typeface="+mn-lt"/>
                <a:cs typeface="+mn-lt"/>
              </a:rPr>
              <a:t>IPv6 </a:t>
            </a:r>
            <a:r>
              <a:rPr lang="hu-HU" sz="2000" dirty="0" err="1">
                <a:latin typeface="Consolas"/>
                <a:ea typeface="+mn-lt"/>
                <a:cs typeface="+mn-lt"/>
              </a:rPr>
              <a:t>Dual</a:t>
            </a:r>
            <a:r>
              <a:rPr lang="hu-HU" sz="2000" dirty="0">
                <a:latin typeface="Consolas"/>
                <a:ea typeface="+mn-lt"/>
                <a:cs typeface="+mn-lt"/>
              </a:rPr>
              <a:t> Band</a:t>
            </a:r>
            <a:endParaRPr lang="hu-HU" sz="2000" dirty="0">
              <a:latin typeface="Consolas"/>
            </a:endParaRPr>
          </a:p>
          <a:p>
            <a:r>
              <a:rPr lang="hu-HU" sz="2000" dirty="0">
                <a:ea typeface="+mn-lt"/>
                <a:cs typeface="+mn-lt"/>
              </a:rPr>
              <a:t>Funkciók:</a:t>
            </a:r>
          </a:p>
          <a:p>
            <a:pPr lvl="1"/>
            <a:r>
              <a:rPr lang="hu-HU" sz="2000" dirty="0">
                <a:ea typeface="+mn-lt"/>
                <a:cs typeface="+mn-lt"/>
              </a:rPr>
              <a:t>DHCP, DNS, VPN kapcsolat</a:t>
            </a:r>
          </a:p>
          <a:p>
            <a:pPr lvl="1"/>
            <a:r>
              <a:rPr lang="hu-HU" sz="2000" dirty="0">
                <a:ea typeface="+mn-lt"/>
                <a:cs typeface="+mn-lt"/>
              </a:rPr>
              <a:t>Statikus útvonal: 192.168.2.0 → VPN-en keresztül</a:t>
            </a:r>
          </a:p>
          <a:p>
            <a:pPr lvl="1"/>
            <a:r>
              <a:rPr lang="hu-HU" sz="2000" dirty="0">
                <a:ea typeface="+mn-lt"/>
                <a:cs typeface="+mn-lt"/>
              </a:rPr>
              <a:t>RIP hálózati részvétel (10.0.0.0 + 192.168.1.0)</a:t>
            </a:r>
          </a:p>
          <a:p>
            <a:endParaRPr lang="hu-HU" sz="2000" dirty="0"/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F9DD6B22-B7F6-7F67-50C3-9E0B3CEAF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8345" y="4602874"/>
            <a:ext cx="4521200" cy="952500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6BE033CD-A4E7-D8A6-7D5A-E06BF0CBD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5249" y="5294848"/>
            <a:ext cx="4521200" cy="952500"/>
          </a:xfrm>
          <a:prstGeom prst="rect">
            <a:avLst/>
          </a:prstGeom>
        </p:spPr>
      </p:pic>
      <p:pic>
        <p:nvPicPr>
          <p:cNvPr id="4" name="Kép 3">
            <a:extLst>
              <a:ext uri="{FF2B5EF4-FFF2-40B4-BE49-F238E27FC236}">
                <a16:creationId xmlns:a16="http://schemas.microsoft.com/office/drawing/2014/main" id="{F4A37735-E0FC-2246-9011-4C653C0208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9881" y="1302626"/>
            <a:ext cx="7162800" cy="505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357232"/>
      </p:ext>
    </p:extLst>
  </p:cSld>
  <p:clrMapOvr>
    <a:masterClrMapping/>
  </p:clrMapOvr>
  <p:transition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D3C9983B-BC58-3B4C-15D6-00285CEAC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 fontScale="90000"/>
          </a:bodyPr>
          <a:lstStyle/>
          <a:p>
            <a:r>
              <a:rPr lang="hu-HU" sz="4800" dirty="0">
                <a:ea typeface="+mj-lt"/>
                <a:cs typeface="+mj-lt"/>
              </a:rPr>
              <a:t>Marketing/értékesítési osztály, Főnöki iroda</a:t>
            </a:r>
            <a:endParaRPr lang="hu-HU" sz="48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E6334ED-3040-EAA7-A994-CF39E34EA2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1857" y="2557701"/>
            <a:ext cx="4530898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sz="1700" dirty="0">
                <a:ea typeface="+mn-lt"/>
                <a:cs typeface="+mn-lt"/>
              </a:rPr>
              <a:t>Router: </a:t>
            </a:r>
            <a:r>
              <a:rPr lang="hu-HU" sz="1700" b="1" dirty="0">
                <a:ea typeface="+mn-lt"/>
                <a:cs typeface="+mn-lt"/>
              </a:rPr>
              <a:t>MAR/</a:t>
            </a:r>
            <a:r>
              <a:rPr lang="hu-HU" sz="1700" b="1" dirty="0" err="1">
                <a:ea typeface="+mn-lt"/>
                <a:cs typeface="+mn-lt"/>
              </a:rPr>
              <a:t>ERT_Fonoki</a:t>
            </a:r>
            <a:endParaRPr lang="hu-HU" sz="1700" dirty="0"/>
          </a:p>
          <a:p>
            <a:r>
              <a:rPr lang="hu-HU" sz="1700" dirty="0">
                <a:ea typeface="+mn-lt"/>
                <a:cs typeface="+mn-lt"/>
              </a:rPr>
              <a:t>Osztályok:</a:t>
            </a:r>
            <a:endParaRPr lang="hu-HU" sz="1700" dirty="0"/>
          </a:p>
          <a:p>
            <a:pPr lvl="1"/>
            <a:r>
              <a:rPr lang="hu-HU" sz="1600" dirty="0">
                <a:ea typeface="+mn-lt"/>
                <a:cs typeface="+mn-lt"/>
              </a:rPr>
              <a:t>Marketing/értékesítési</a:t>
            </a:r>
            <a:endParaRPr lang="hu-HU" sz="1600" dirty="0"/>
          </a:p>
          <a:p>
            <a:pPr lvl="1"/>
            <a:r>
              <a:rPr lang="hu-HU" sz="1600" dirty="0">
                <a:ea typeface="+mn-lt"/>
                <a:cs typeface="+mn-lt"/>
              </a:rPr>
              <a:t>Főnöki iroda</a:t>
            </a:r>
            <a:endParaRPr lang="hu-HU" sz="1600" dirty="0"/>
          </a:p>
          <a:p>
            <a:pPr lvl="1"/>
            <a:r>
              <a:rPr lang="hu-HU" sz="1600" dirty="0"/>
              <a:t>wifi router helyi hálózat</a:t>
            </a:r>
          </a:p>
          <a:p>
            <a:r>
              <a:rPr lang="hu-HU" sz="1700" dirty="0">
                <a:ea typeface="+mn-lt"/>
                <a:cs typeface="+mn-lt"/>
              </a:rPr>
              <a:t>Funkciók:</a:t>
            </a:r>
          </a:p>
          <a:p>
            <a:pPr lvl="1"/>
            <a:r>
              <a:rPr lang="hu-HU" sz="1600" dirty="0">
                <a:ea typeface="+mn-lt"/>
                <a:cs typeface="+mn-lt"/>
              </a:rPr>
              <a:t>VPN kapcsolat a Fejlesztési telephellyel (</a:t>
            </a:r>
            <a:r>
              <a:rPr lang="hu-HU" sz="1600" dirty="0">
                <a:latin typeface="Consolas"/>
              </a:rPr>
              <a:t>172.16.10.2</a:t>
            </a:r>
            <a:r>
              <a:rPr lang="hu-HU" sz="1600" dirty="0">
                <a:ea typeface="+mn-lt"/>
                <a:cs typeface="+mn-lt"/>
              </a:rPr>
              <a:t>)</a:t>
            </a:r>
            <a:endParaRPr lang="hu-HU" sz="1600" dirty="0"/>
          </a:p>
          <a:p>
            <a:pPr lvl="1"/>
            <a:r>
              <a:rPr lang="hu-HU" sz="1600" dirty="0">
                <a:ea typeface="+mn-lt"/>
                <a:cs typeface="+mn-lt"/>
              </a:rPr>
              <a:t>DHCP 3 külön hálózatra</a:t>
            </a:r>
            <a:endParaRPr lang="hu-HU" sz="1600" dirty="0"/>
          </a:p>
          <a:p>
            <a:pPr lvl="1"/>
            <a:r>
              <a:rPr lang="hu-HU" sz="1600" dirty="0">
                <a:ea typeface="+mn-lt"/>
                <a:cs typeface="+mn-lt"/>
              </a:rPr>
              <a:t>RIP + statikus </a:t>
            </a:r>
            <a:r>
              <a:rPr lang="hu-HU" sz="1600" dirty="0" err="1">
                <a:ea typeface="+mn-lt"/>
                <a:cs typeface="+mn-lt"/>
              </a:rPr>
              <a:t>route</a:t>
            </a:r>
            <a:endParaRPr lang="hu-HU" sz="1600" dirty="0"/>
          </a:p>
          <a:p>
            <a:endParaRPr lang="hu-HU" sz="1700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D038F1BA-319C-1DB5-F0D2-399004A74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834922"/>
            <a:ext cx="5150277" cy="301291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51B06223-FAC6-7A50-4D2B-C723F6A0E7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1831" y="5099566"/>
            <a:ext cx="4521200" cy="952500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7BAB8C5C-AB8A-1D8B-BED1-2F7613E879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7448" y="4858605"/>
            <a:ext cx="3404361" cy="717211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3F1C7789-DBC8-317E-F1C2-1911F9C171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1386" y="5217210"/>
            <a:ext cx="4521200" cy="138247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381CF461-759D-78C8-BD71-0DAD479AD0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610" y="5314507"/>
            <a:ext cx="4521200" cy="199917"/>
          </a:xfrm>
          <a:prstGeom prst="rect">
            <a:avLst/>
          </a:prstGeom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5F168A86-4EB5-AE85-5EB8-C5ACC57992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9609" y="4807605"/>
            <a:ext cx="7772400" cy="1663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711475"/>
      </p:ext>
    </p:extLst>
  </p:cSld>
  <p:clrMapOvr>
    <a:masterClrMapping/>
  </p:clrMapOvr>
  <p:transition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36F941DC-826B-D84F-4D84-3BA1E7FD9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hu-HU" dirty="0">
                <a:ea typeface="+mj-lt"/>
                <a:cs typeface="+mj-lt"/>
              </a:rPr>
              <a:t>Menedzsment osztály</a:t>
            </a:r>
            <a:endParaRPr lang="hu-HU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1" name="Kép 10">
            <a:extLst>
              <a:ext uri="{FF2B5EF4-FFF2-40B4-BE49-F238E27FC236}">
                <a16:creationId xmlns:a16="http://schemas.microsoft.com/office/drawing/2014/main" id="{638DEC22-D45E-4420-907B-9F78B5F37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578" y="2296837"/>
            <a:ext cx="5843422" cy="2264326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19" name="Rectangle 8">
            <a:extLst>
              <a:ext uri="{FF2B5EF4-FFF2-40B4-BE49-F238E27FC236}">
                <a16:creationId xmlns:a16="http://schemas.microsoft.com/office/drawing/2014/main" id="{C69AC767-9191-A9D3-B0FE-7386220A956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48578" y="1984442"/>
            <a:ext cx="5458838" cy="419252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Router: </a:t>
            </a:r>
            <a:r>
              <a:rPr kumimoji="0" lang="hu-HU" altLang="hu-HU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MENEDZSMENT</a:t>
            </a:r>
            <a:endParaRPr kumimoji="0" lang="hu-HU" altLang="hu-HU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VLAN-ok: 10, 20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ACL 101 védi a két VLAN közötti forgalmat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DHCP külön </a:t>
            </a:r>
            <a:r>
              <a:rPr kumimoji="0" lang="hu-HU" altLang="hu-HU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poolok</a:t>
            </a:r>
            <a:r>
              <a:rPr kumimoji="0" lang="hu-HU" altLang="hu-HU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menedzsment10 / menedzsment20</a:t>
            </a:r>
          </a:p>
        </p:txBody>
      </p:sp>
    </p:spTree>
    <p:extLst>
      <p:ext uri="{BB962C8B-B14F-4D97-AF65-F5344CB8AC3E}">
        <p14:creationId xmlns:p14="http://schemas.microsoft.com/office/powerpoint/2010/main" val="2561922217"/>
      </p:ext>
    </p:extLst>
  </p:cSld>
  <p:clrMapOvr>
    <a:masterClrMapping/>
  </p:clrMapOvr>
  <p:transition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A4679844-D743-BF4A-B094-BA62A0F7C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9128" y="638089"/>
            <a:ext cx="4818888" cy="1476801"/>
          </a:xfrm>
        </p:spPr>
        <p:txBody>
          <a:bodyPr anchor="b">
            <a:normAutofit/>
          </a:bodyPr>
          <a:lstStyle/>
          <a:p>
            <a:r>
              <a:rPr lang="hu-HU" sz="5000"/>
              <a:t>Adminisztratív osztály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8DF6A028-6418-92E5-9427-7CE372091D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477420"/>
            <a:ext cx="5458968" cy="3903160"/>
          </a:xfrm>
          <a:prstGeom prst="rect">
            <a:avLst/>
          </a:prstGeom>
        </p:spPr>
      </p:pic>
      <p:sp>
        <p:nvSpPr>
          <p:cNvPr id="12" name="sketch line">
            <a:extLst>
              <a:ext uri="{FF2B5EF4-FFF2-40B4-BE49-F238E27FC236}">
                <a16:creationId xmlns:a16="http://schemas.microsoft.com/office/drawing/2014/main" id="{953EE71A-6488-4203-A7C4-77102FD0D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912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3380929-4184-35AF-033F-3612158C00B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39128" y="2664886"/>
            <a:ext cx="4818888" cy="355078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hu-HU" altLang="hu-HU" sz="17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Router: </a:t>
            </a:r>
            <a:r>
              <a:rPr kumimoji="0" lang="hu-HU" altLang="hu-HU" sz="1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ADMINISZTRATIV</a:t>
            </a:r>
            <a:endParaRPr kumimoji="0" lang="hu-HU" altLang="hu-HU" sz="17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ASA2 tűzfallal összekötve (Gig0/0 ↔ ASA </a:t>
            </a:r>
            <a:r>
              <a:rPr kumimoji="0" lang="hu-HU" altLang="hu-HU" sz="17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outside</a:t>
            </a:r>
            <a:r>
              <a:rPr kumimoji="0" lang="hu-HU" altLang="hu-HU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10.0.16.0/30)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DHCP: 192.168.4.0/24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RIP + statikus </a:t>
            </a:r>
            <a:r>
              <a:rPr kumimoji="0" lang="hu-HU" altLang="hu-HU" sz="17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route</a:t>
            </a:r>
            <a:endParaRPr kumimoji="0" lang="hu-HU" altLang="hu-HU" sz="17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ASA funkciók: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NAT (</a:t>
            </a:r>
            <a:r>
              <a:rPr kumimoji="0" lang="hu-HU" altLang="hu-HU" sz="17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inside</a:t>
            </a:r>
            <a:r>
              <a:rPr kumimoji="0" lang="hu-HU" altLang="hu-HU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↔ </a:t>
            </a:r>
            <a:r>
              <a:rPr kumimoji="0" lang="hu-HU" altLang="hu-HU" sz="17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outside</a:t>
            </a:r>
            <a:r>
              <a:rPr kumimoji="0" lang="hu-HU" altLang="hu-HU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)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Biztonsági szintek: </a:t>
            </a:r>
            <a:r>
              <a:rPr kumimoji="0" lang="hu-HU" altLang="hu-HU" sz="17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inside</a:t>
            </a:r>
            <a:r>
              <a:rPr kumimoji="0" lang="hu-HU" altLang="hu-HU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100, </a:t>
            </a:r>
            <a:r>
              <a:rPr kumimoji="0" lang="hu-HU" altLang="hu-HU" sz="17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outside</a:t>
            </a:r>
            <a:r>
              <a:rPr kumimoji="0" lang="hu-HU" altLang="hu-HU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0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Csak belülről kifelé enged forgalmat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hu-HU" altLang="hu-HU" sz="17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80819AE5-6CDA-8F33-D528-127922BA6C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3316" y="900239"/>
            <a:ext cx="4521200" cy="952500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C226821E-F48A-4F41-9C6E-98F1A5A5E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5622" y="1797176"/>
            <a:ext cx="4521200" cy="538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536470"/>
      </p:ext>
    </p:extLst>
  </p:cSld>
  <p:clrMapOvr>
    <a:masterClrMapping/>
  </p:clrMapOvr>
  <p:transition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BF2AA78B-B931-272D-3B07-8E4C10C82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600"/>
            <a:ext cx="4784796" cy="1330840"/>
          </a:xfrm>
        </p:spPr>
        <p:txBody>
          <a:bodyPr>
            <a:normAutofit/>
          </a:bodyPr>
          <a:lstStyle/>
          <a:p>
            <a:r>
              <a:rPr lang="hu-HU" dirty="0"/>
              <a:t>Szerverközpont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A2E98C7-2449-A2B0-D175-374A8EC0C2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37034" y="2194102"/>
            <a:ext cx="4438036" cy="390858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Router: </a:t>
            </a:r>
            <a:r>
              <a:rPr kumimoji="0" lang="hu-HU" altLang="hu-HU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SZERVERKOZPONT</a:t>
            </a:r>
            <a:endParaRPr kumimoji="0" lang="hu-HU" altLang="hu-HU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Tartalmazza: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hu-HU" altLang="hu-HU" sz="2000" b="1" dirty="0">
                <a:latin typeface="Arial" panose="020B0604020202020204" pitchFamily="34" charset="0"/>
              </a:rPr>
              <a:t>FTP szerver 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hu-HU" altLang="hu-HU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DNS szerver</a:t>
            </a:r>
            <a:endParaRPr kumimoji="0" lang="hu-HU" altLang="hu-HU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hu-HU" altLang="hu-HU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Web szerver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hu-HU" altLang="hu-HU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Web elérhető DNS néven: </a:t>
            </a:r>
            <a:r>
              <a:rPr kumimoji="0" lang="hu-HU" altLang="hu-HU" sz="2000" b="0" i="0" u="none" strike="noStrike" cap="none" normalizeH="0" baseline="0" dirty="0" err="1">
                <a:ln>
                  <a:noFill/>
                </a:ln>
                <a:effectLst/>
                <a:latin typeface="Arial Unicode MS" panose="020B0604020202020204" pitchFamily="34" charset="-128"/>
              </a:rPr>
              <a:t>csegekft.com</a:t>
            </a:r>
            <a:endParaRPr kumimoji="0" lang="hu-HU" altLang="hu-HU" sz="20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RIP kapcsolat a gerinchálózattal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0AA7F06B-A2A4-BFE5-3EAD-C697C1891D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4186" y="0"/>
            <a:ext cx="15226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68902"/>
      </p:ext>
    </p:extLst>
  </p:cSld>
  <p:clrMapOvr>
    <a:masterClrMapping/>
  </p:clrMapOvr>
  <p:transition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548F7B7D-12F3-8639-052C-DB9C23A90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hu-HU">
                <a:ea typeface="+mj-lt"/>
                <a:cs typeface="+mj-lt"/>
              </a:rPr>
              <a:t>Tesztelési osztály</a:t>
            </a:r>
            <a:endParaRPr lang="hu-HU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B65DCFC7-2FD3-740A-CE1F-0EC3690635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82" y="1451092"/>
            <a:ext cx="4777381" cy="3786072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FF351FE3-281A-1B27-CBBF-F9C313AB49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94962" y="1984443"/>
            <a:ext cx="5458838" cy="419252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Router: </a:t>
            </a:r>
            <a:r>
              <a:rPr kumimoji="0" lang="hu-HU" altLang="hu-HU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TESZTELESI</a:t>
            </a:r>
            <a:endParaRPr kumimoji="0" lang="hu-HU" altLang="hu-HU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VLAN-ok: 60, 61, 62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Trunk</a:t>
            </a:r>
            <a:r>
              <a:rPr kumimoji="0" lang="hu-HU" altLang="hu-HU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kapcsolat a </a:t>
            </a:r>
            <a:r>
              <a:rPr kumimoji="0" lang="hu-HU" altLang="hu-HU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switch</a:t>
            </a:r>
            <a:r>
              <a:rPr kumimoji="0" lang="hu-HU" altLang="hu-HU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-csel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DHCP a VLAN-okhoz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Switch</a:t>
            </a:r>
            <a:r>
              <a:rPr kumimoji="0" lang="hu-HU" altLang="hu-HU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biztonság: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hu-HU" altLang="hu-HU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Port </a:t>
            </a:r>
            <a:r>
              <a:rPr kumimoji="0" lang="hu-HU" altLang="hu-HU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Security</a:t>
            </a:r>
            <a:r>
              <a:rPr kumimoji="0" lang="hu-HU" altLang="hu-HU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</a:t>
            </a:r>
            <a:r>
              <a:rPr kumimoji="0" lang="hu-HU" altLang="hu-HU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max</a:t>
            </a:r>
            <a:r>
              <a:rPr kumimoji="0" lang="hu-HU" altLang="hu-HU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2 MAC, </a:t>
            </a:r>
            <a:r>
              <a:rPr kumimoji="0" lang="hu-HU" altLang="hu-HU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restrict</a:t>
            </a:r>
            <a:r>
              <a:rPr kumimoji="0" lang="hu-HU" altLang="hu-HU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)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hu-HU" altLang="hu-HU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PortFast</a:t>
            </a:r>
            <a:r>
              <a:rPr kumimoji="0" lang="hu-HU" altLang="hu-HU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BPDU </a:t>
            </a:r>
            <a:r>
              <a:rPr kumimoji="0" lang="hu-HU" altLang="hu-HU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Guard</a:t>
            </a:r>
            <a:endParaRPr kumimoji="0" lang="hu-HU" altLang="hu-HU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hu-HU" altLang="hu-HU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Sticky</a:t>
            </a:r>
            <a:r>
              <a:rPr kumimoji="0" lang="hu-HU" altLang="hu-HU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MAC címek beállítva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hu-HU" altLang="hu-HU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6C3EC228-E34C-BB15-E7CD-2393F780A7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82" y="1328806"/>
            <a:ext cx="3383909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608015"/>
      </p:ext>
    </p:extLst>
  </p:cSld>
  <p:clrMapOvr>
    <a:masterClrMapping/>
  </p:clrMapOvr>
  <p:transition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1595A09-E336-4D1B-9B3A-06A2287A5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791AA011-CB1B-0621-23CA-130FFF791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777739"/>
            <a:ext cx="3418990" cy="1412119"/>
          </a:xfrm>
        </p:spPr>
        <p:txBody>
          <a:bodyPr>
            <a:normAutofit/>
          </a:bodyPr>
          <a:lstStyle/>
          <a:p>
            <a:r>
              <a:rPr lang="hu-HU" sz="4800">
                <a:ea typeface="+mj-lt"/>
                <a:cs typeface="+mj-lt"/>
              </a:rPr>
              <a:t>HR osztály</a:t>
            </a:r>
            <a:endParaRPr lang="hu-HU" sz="480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A53964BC-2999-759D-F807-34FE5E3768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66" b="12740"/>
          <a:stretch>
            <a:fillRect/>
          </a:stretch>
        </p:blipFill>
        <p:spPr>
          <a:xfrm>
            <a:off x="20" y="10"/>
            <a:ext cx="12191980" cy="4558420"/>
          </a:xfrm>
          <a:custGeom>
            <a:avLst/>
            <a:gdLst/>
            <a:ahLst/>
            <a:cxnLst/>
            <a:rect l="l" t="t" r="r" b="b"/>
            <a:pathLst>
              <a:path w="12188952" h="4558430">
                <a:moveTo>
                  <a:pt x="6789701" y="4490221"/>
                </a:moveTo>
                <a:lnTo>
                  <a:pt x="6788702" y="4490299"/>
                </a:lnTo>
                <a:lnTo>
                  <a:pt x="6788476" y="4490833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3596895"/>
                </a:lnTo>
                <a:lnTo>
                  <a:pt x="12061096" y="3635026"/>
                </a:lnTo>
                <a:cubicBezTo>
                  <a:pt x="11933500" y="3671240"/>
                  <a:pt x="11805390" y="3705769"/>
                  <a:pt x="11676800" y="3738601"/>
                </a:cubicBezTo>
                <a:cubicBezTo>
                  <a:pt x="11262789" y="3846108"/>
                  <a:pt x="10845343" y="3939710"/>
                  <a:pt x="10425355" y="4022140"/>
                </a:cubicBezTo>
                <a:cubicBezTo>
                  <a:pt x="10092810" y="4087351"/>
                  <a:pt x="9759033" y="4145748"/>
                  <a:pt x="9424022" y="4197302"/>
                </a:cubicBezTo>
                <a:cubicBezTo>
                  <a:pt x="9102997" y="4246959"/>
                  <a:pt x="8781133" y="4291526"/>
                  <a:pt x="8458419" y="4331003"/>
                </a:cubicBezTo>
                <a:cubicBezTo>
                  <a:pt x="8211360" y="4361169"/>
                  <a:pt x="7963792" y="4386742"/>
                  <a:pt x="7715970" y="4410950"/>
                </a:cubicBezTo>
                <a:lnTo>
                  <a:pt x="6951716" y="4476730"/>
                </a:lnTo>
                <a:lnTo>
                  <a:pt x="6936303" y="4478801"/>
                </a:lnTo>
                <a:lnTo>
                  <a:pt x="6790448" y="4490162"/>
                </a:lnTo>
                <a:lnTo>
                  <a:pt x="6799941" y="4491982"/>
                </a:lnTo>
                <a:cubicBezTo>
                  <a:pt x="6811623" y="4492448"/>
                  <a:pt x="6823734" y="4490275"/>
                  <a:pt x="6835432" y="4490275"/>
                </a:cubicBezTo>
                <a:cubicBezTo>
                  <a:pt x="6851580" y="4490275"/>
                  <a:pt x="6867729" y="4487668"/>
                  <a:pt x="6884003" y="4487297"/>
                </a:cubicBezTo>
                <a:cubicBezTo>
                  <a:pt x="7115805" y="4481835"/>
                  <a:pt x="7347351" y="4469668"/>
                  <a:pt x="7578771" y="4454770"/>
                </a:cubicBezTo>
                <a:cubicBezTo>
                  <a:pt x="7927552" y="4432302"/>
                  <a:pt x="8276080" y="4404123"/>
                  <a:pt x="8623845" y="4367873"/>
                </a:cubicBezTo>
                <a:cubicBezTo>
                  <a:pt x="8909939" y="4338575"/>
                  <a:pt x="9195310" y="4303940"/>
                  <a:pt x="9479970" y="4263967"/>
                </a:cubicBezTo>
                <a:cubicBezTo>
                  <a:pt x="9864901" y="4209593"/>
                  <a:pt x="10248014" y="4144879"/>
                  <a:pt x="10629308" y="4069810"/>
                </a:cubicBezTo>
                <a:cubicBezTo>
                  <a:pt x="11090114" y="3978690"/>
                  <a:pt x="11546975" y="3871184"/>
                  <a:pt x="11998498" y="3743816"/>
                </a:cubicBezTo>
                <a:lnTo>
                  <a:pt x="12188952" y="3687715"/>
                </a:lnTo>
                <a:lnTo>
                  <a:pt x="12188952" y="3742439"/>
                </a:lnTo>
                <a:lnTo>
                  <a:pt x="11829257" y="3846853"/>
                </a:lnTo>
                <a:cubicBezTo>
                  <a:pt x="11534769" y="3926550"/>
                  <a:pt x="11238120" y="3997436"/>
                  <a:pt x="10939183" y="4061368"/>
                </a:cubicBezTo>
                <a:cubicBezTo>
                  <a:pt x="10622824" y="4129150"/>
                  <a:pt x="10304941" y="4189147"/>
                  <a:pt x="9985530" y="4241373"/>
                </a:cubicBezTo>
                <a:cubicBezTo>
                  <a:pt x="9720036" y="4284822"/>
                  <a:pt x="9453814" y="4323467"/>
                  <a:pt x="9186882" y="4357320"/>
                </a:cubicBezTo>
                <a:cubicBezTo>
                  <a:pt x="8984197" y="4382894"/>
                  <a:pt x="8781514" y="4406977"/>
                  <a:pt x="8578198" y="4426839"/>
                </a:cubicBezTo>
                <a:cubicBezTo>
                  <a:pt x="8340547" y="4449559"/>
                  <a:pt x="8102644" y="4471034"/>
                  <a:pt x="7864358" y="4488290"/>
                </a:cubicBezTo>
                <a:cubicBezTo>
                  <a:pt x="7554994" y="4510634"/>
                  <a:pt x="7245502" y="4528512"/>
                  <a:pt x="6935502" y="4539684"/>
                </a:cubicBezTo>
                <a:cubicBezTo>
                  <a:pt x="6782917" y="4545147"/>
                  <a:pt x="6630334" y="4548995"/>
                  <a:pt x="6477750" y="4553587"/>
                </a:cubicBezTo>
                <a:cubicBezTo>
                  <a:pt x="6439195" y="4551503"/>
                  <a:pt x="6400529" y="4553128"/>
                  <a:pt x="6362294" y="4558430"/>
                </a:cubicBezTo>
                <a:lnTo>
                  <a:pt x="6057129" y="4558430"/>
                </a:lnTo>
                <a:lnTo>
                  <a:pt x="5977784" y="4553836"/>
                </a:lnTo>
                <a:cubicBezTo>
                  <a:pt x="5740261" y="4541423"/>
                  <a:pt x="5502739" y="4527644"/>
                  <a:pt x="5265087" y="4517587"/>
                </a:cubicBezTo>
                <a:cubicBezTo>
                  <a:pt x="4958267" y="4505171"/>
                  <a:pt x="4651826" y="4484691"/>
                  <a:pt x="4346277" y="4455517"/>
                </a:cubicBezTo>
                <a:cubicBezTo>
                  <a:pt x="4021654" y="4424605"/>
                  <a:pt x="3697795" y="4389970"/>
                  <a:pt x="3373045" y="4356948"/>
                </a:cubicBezTo>
                <a:cubicBezTo>
                  <a:pt x="3035412" y="4322686"/>
                  <a:pt x="2698456" y="4283047"/>
                  <a:pt x="2362173" y="4238021"/>
                </a:cubicBezTo>
                <a:cubicBezTo>
                  <a:pt x="1984692" y="4187868"/>
                  <a:pt x="1608364" y="4130142"/>
                  <a:pt x="1233177" y="4064845"/>
                </a:cubicBezTo>
                <a:cubicBezTo>
                  <a:pt x="842181" y="3996132"/>
                  <a:pt x="453758" y="3917644"/>
                  <a:pt x="68500" y="3825138"/>
                </a:cubicBezTo>
                <a:lnTo>
                  <a:pt x="0" y="3807783"/>
                </a:lnTo>
                <a:lnTo>
                  <a:pt x="0" y="3751294"/>
                </a:lnTo>
                <a:lnTo>
                  <a:pt x="72441" y="3770071"/>
                </a:lnTo>
                <a:cubicBezTo>
                  <a:pt x="247961" y="3812249"/>
                  <a:pt x="424164" y="3851509"/>
                  <a:pt x="600716" y="3888441"/>
                </a:cubicBezTo>
                <a:cubicBezTo>
                  <a:pt x="988279" y="3969255"/>
                  <a:pt x="1378133" y="4038153"/>
                  <a:pt x="1769512" y="4098609"/>
                </a:cubicBezTo>
                <a:cubicBezTo>
                  <a:pt x="2052426" y="4142185"/>
                  <a:pt x="2335725" y="4182282"/>
                  <a:pt x="2613554" y="4215551"/>
                </a:cubicBezTo>
                <a:cubicBezTo>
                  <a:pt x="2605544" y="4218158"/>
                  <a:pt x="2594611" y="4208102"/>
                  <a:pt x="2581134" y="4205620"/>
                </a:cubicBezTo>
                <a:cubicBezTo>
                  <a:pt x="2087178" y="4113668"/>
                  <a:pt x="1597684" y="4002775"/>
                  <a:pt x="1112635" y="3872923"/>
                </a:cubicBezTo>
                <a:cubicBezTo>
                  <a:pt x="880453" y="3810852"/>
                  <a:pt x="649713" y="3744374"/>
                  <a:pt x="420412" y="3673490"/>
                </a:cubicBezTo>
                <a:lnTo>
                  <a:pt x="0" y="3534573"/>
                </a:lnTo>
                <a:close/>
              </a:path>
            </a:pathLst>
          </a:custGeom>
        </p:spPr>
      </p:pic>
      <p:sp>
        <p:nvSpPr>
          <p:cNvPr id="12" name="sketch line">
            <a:extLst>
              <a:ext uri="{FF2B5EF4-FFF2-40B4-BE49-F238E27FC236}">
                <a16:creationId xmlns:a16="http://schemas.microsoft.com/office/drawing/2014/main" id="{3540989C-C7B8-473B-BF87-6F2DA6A90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661305" y="5468206"/>
            <a:ext cx="1371600" cy="18288"/>
          </a:xfrm>
          <a:custGeom>
            <a:avLst/>
            <a:gdLst>
              <a:gd name="csX0" fmla="*/ 0 w 1371600"/>
              <a:gd name="csY0" fmla="*/ 0 h 18288"/>
              <a:gd name="csX1" fmla="*/ 685800 w 1371600"/>
              <a:gd name="csY1" fmla="*/ 0 h 18288"/>
              <a:gd name="csX2" fmla="*/ 1371600 w 1371600"/>
              <a:gd name="csY2" fmla="*/ 0 h 18288"/>
              <a:gd name="csX3" fmla="*/ 1371600 w 1371600"/>
              <a:gd name="csY3" fmla="*/ 18288 h 18288"/>
              <a:gd name="csX4" fmla="*/ 713232 w 1371600"/>
              <a:gd name="csY4" fmla="*/ 18288 h 18288"/>
              <a:gd name="csX5" fmla="*/ 0 w 1371600"/>
              <a:gd name="csY5" fmla="*/ 18288 h 18288"/>
              <a:gd name="csX6" fmla="*/ 0 w 1371600"/>
              <a:gd name="csY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71600" h="18288" fill="none" extrusionOk="0">
                <a:moveTo>
                  <a:pt x="0" y="0"/>
                </a:moveTo>
                <a:cubicBezTo>
                  <a:pt x="247303" y="31625"/>
                  <a:pt x="422310" y="-25629"/>
                  <a:pt x="685800" y="0"/>
                </a:cubicBezTo>
                <a:cubicBezTo>
                  <a:pt x="949290" y="25629"/>
                  <a:pt x="1192357" y="6696"/>
                  <a:pt x="1371600" y="0"/>
                </a:cubicBezTo>
                <a:cubicBezTo>
                  <a:pt x="1371355" y="6649"/>
                  <a:pt x="1371915" y="11310"/>
                  <a:pt x="1371600" y="18288"/>
                </a:cubicBezTo>
                <a:cubicBezTo>
                  <a:pt x="1107995" y="26464"/>
                  <a:pt x="1033361" y="32942"/>
                  <a:pt x="713232" y="18288"/>
                </a:cubicBezTo>
                <a:cubicBezTo>
                  <a:pt x="393103" y="3634"/>
                  <a:pt x="289343" y="43221"/>
                  <a:pt x="0" y="18288"/>
                </a:cubicBezTo>
                <a:cubicBezTo>
                  <a:pt x="-459" y="11562"/>
                  <a:pt x="-31" y="5093"/>
                  <a:pt x="0" y="0"/>
                </a:cubicBezTo>
                <a:close/>
              </a:path>
              <a:path w="1371600" h="18288" stroke="0" extrusionOk="0">
                <a:moveTo>
                  <a:pt x="0" y="0"/>
                </a:moveTo>
                <a:cubicBezTo>
                  <a:pt x="170249" y="-24099"/>
                  <a:pt x="504634" y="14338"/>
                  <a:pt x="644652" y="0"/>
                </a:cubicBezTo>
                <a:cubicBezTo>
                  <a:pt x="784670" y="-14338"/>
                  <a:pt x="1087773" y="8679"/>
                  <a:pt x="1371600" y="0"/>
                </a:cubicBezTo>
                <a:cubicBezTo>
                  <a:pt x="1372456" y="3662"/>
                  <a:pt x="1371030" y="13946"/>
                  <a:pt x="1371600" y="18288"/>
                </a:cubicBezTo>
                <a:cubicBezTo>
                  <a:pt x="1176823" y="-1409"/>
                  <a:pt x="900830" y="9989"/>
                  <a:pt x="713232" y="18288"/>
                </a:cubicBezTo>
                <a:cubicBezTo>
                  <a:pt x="525634" y="26587"/>
                  <a:pt x="282837" y="5724"/>
                  <a:pt x="0" y="18288"/>
                </a:cubicBezTo>
                <a:cubicBezTo>
                  <a:pt x="367" y="13143"/>
                  <a:pt x="-823" y="58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61569767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0461FE0-6CCC-496F-2A7D-0E9C771AEB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54294" y="4777739"/>
            <a:ext cx="6897626" cy="139922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Router: </a:t>
            </a:r>
            <a:r>
              <a:rPr kumimoji="0" lang="hu-HU" altLang="hu-HU" sz="19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HR</a:t>
            </a:r>
            <a:endParaRPr kumimoji="0" lang="hu-HU" altLang="hu-HU" sz="19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VLAN-ok: 30, 40, 50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DHCP külön alhálózatokra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RIP routing 10.0.0.0 + 192.168.x.x hálózatokra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03F213EE-323B-AF7D-2CF7-202D58FFF6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0690" y="2952750"/>
            <a:ext cx="2158261" cy="952500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BA0E64E6-C696-84C1-9527-84A763FD0A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3739" y="1000130"/>
            <a:ext cx="2158261" cy="952500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BD206667-A16C-3A59-4D13-CB24789642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3739" y="0"/>
            <a:ext cx="2158261" cy="952500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4E64E620-EC4D-1390-81D4-B25BA8BAD3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0689" y="585905"/>
            <a:ext cx="2158261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867198"/>
      </p:ext>
    </p:extLst>
  </p:cSld>
  <p:clrMapOvr>
    <a:masterClrMapping/>
  </p:clrMapOvr>
  <p:transition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422C54E-7E05-1A8F-3EA8-43D17A81A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52849"/>
            <a:ext cx="3290887" cy="2452687"/>
          </a:xfrm>
        </p:spPr>
        <p:txBody>
          <a:bodyPr anchor="ctr">
            <a:normAutofit/>
          </a:bodyPr>
          <a:lstStyle/>
          <a:p>
            <a:r>
              <a:rPr lang="hu-HU" sz="3600" dirty="0"/>
              <a:t>Mi az a GIT?</a:t>
            </a:r>
          </a:p>
        </p:txBody>
      </p:sp>
      <p:pic>
        <p:nvPicPr>
          <p:cNvPr id="1027" name="Picture 3" descr="What is GitHub? - DEV Community">
            <a:extLst>
              <a:ext uri="{FF2B5EF4-FFF2-40B4-BE49-F238E27FC236}">
                <a16:creationId xmlns:a16="http://schemas.microsoft.com/office/drawing/2014/main" id="{E3CE9D1F-03DA-0D8E-9AAB-568A548486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59" b="12278"/>
          <a:stretch>
            <a:fillRect/>
          </a:stretch>
        </p:blipFill>
        <p:spPr bwMode="auto"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029" name="Rectangle 1">
            <a:extLst>
              <a:ext uri="{FF2B5EF4-FFF2-40B4-BE49-F238E27FC236}">
                <a16:creationId xmlns:a16="http://schemas.microsoft.com/office/drawing/2014/main" id="{341C0E97-0E8E-4668-4E33-5F12A037230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223982" y="3752850"/>
          <a:ext cx="7485413" cy="2452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45899700"/>
      </p:ext>
    </p:extLst>
  </p:cSld>
  <p:clrMapOvr>
    <a:masterClrMapping/>
  </p:clrMapOvr>
  <p:transition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A1C05A-ACB1-F449-012F-33E441DB1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647EE7C-5BB4-67D8-AE97-7475AD4C6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7733" y="490537"/>
            <a:ext cx="5291663" cy="1628775"/>
          </a:xfrm>
        </p:spPr>
        <p:txBody>
          <a:bodyPr anchor="b">
            <a:normAutofit/>
          </a:bodyPr>
          <a:lstStyle/>
          <a:p>
            <a:r>
              <a:rPr lang="hu-HU" sz="4000"/>
              <a:t>Mi az a JIRA?</a:t>
            </a:r>
            <a:endParaRPr lang="hu-HU" sz="4000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87BFFC00-06EE-0639-0A40-E5ED723E6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900" y="0"/>
            <a:ext cx="6934200" cy="3746853"/>
          </a:xfrm>
          <a:prstGeom prst="rect">
            <a:avLst/>
          </a:prstGeom>
        </p:spPr>
      </p:pic>
      <p:graphicFrame>
        <p:nvGraphicFramePr>
          <p:cNvPr id="10" name="Rectangle 1">
            <a:extLst>
              <a:ext uri="{FF2B5EF4-FFF2-40B4-BE49-F238E27FC236}">
                <a16:creationId xmlns:a16="http://schemas.microsoft.com/office/drawing/2014/main" id="{CB2446A5-50A0-8255-2908-0F3BFF27EE4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56323095"/>
              </p:ext>
            </p:extLst>
          </p:nvPr>
        </p:nvGraphicFramePr>
        <p:xfrm>
          <a:off x="4223983" y="3914776"/>
          <a:ext cx="7485413" cy="2452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3" name="Cím 1">
            <a:extLst>
              <a:ext uri="{FF2B5EF4-FFF2-40B4-BE49-F238E27FC236}">
                <a16:creationId xmlns:a16="http://schemas.microsoft.com/office/drawing/2014/main" id="{B0D975DD-A6D9-191B-AD47-66863F5DAE0D}"/>
              </a:ext>
            </a:extLst>
          </p:cNvPr>
          <p:cNvSpPr txBox="1">
            <a:spLocks/>
          </p:cNvSpPr>
          <p:nvPr/>
        </p:nvSpPr>
        <p:spPr>
          <a:xfrm>
            <a:off x="481013" y="3752849"/>
            <a:ext cx="3290887" cy="2452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sz="3600" dirty="0"/>
              <a:t>Mi az a JIRA?</a:t>
            </a:r>
          </a:p>
        </p:txBody>
      </p:sp>
    </p:spTree>
    <p:extLst>
      <p:ext uri="{BB962C8B-B14F-4D97-AF65-F5344CB8AC3E}">
        <p14:creationId xmlns:p14="http://schemas.microsoft.com/office/powerpoint/2010/main" val="212374968"/>
      </p:ext>
    </p:extLst>
  </p:cSld>
  <p:clrMapOvr>
    <a:masterClrMapping/>
  </p:clrMapOvr>
  <p:transition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0E144693-9448-8BEE-0A7D-2F5E63E96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Tesztelési séma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Tartalom helye 3">
            <a:extLst>
              <a:ext uri="{FF2B5EF4-FFF2-40B4-BE49-F238E27FC236}">
                <a16:creationId xmlns:a16="http://schemas.microsoft.com/office/drawing/2014/main" id="{DEB23DA0-25FC-FF3F-921C-59D7B41F28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0040" y="2747147"/>
            <a:ext cx="5614416" cy="3396721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4704369F-B3DC-2F2D-FAFB-88F72A3E8F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3694580"/>
            <a:ext cx="5614416" cy="1501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948646"/>
      </p:ext>
    </p:extLst>
  </p:cSld>
  <p:clrMapOvr>
    <a:masterClrMapping/>
  </p:clrMapOvr>
  <p:transition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31AE964-0F8A-E864-2616-F0339048EE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5558489" cy="132556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hu-HU" b="0" i="0" u="none" strike="noStrike" cap="none" normalizeH="0" baseline="0">
                <a:ln>
                  <a:noFill/>
                </a:ln>
                <a:effectLst/>
                <a:latin typeface="-webkit-standard"/>
              </a:rPr>
              <a:t>Összefoglalás</a:t>
            </a:r>
            <a:endParaRPr kumimoji="0" lang="hu-HU" altLang="hu-HU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97458B3-3FF8-AA5B-34CD-5E44C7EF79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25625"/>
            <a:ext cx="5558489" cy="43513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Teljesen működő többtelephelyes vállalati hálózat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VPN kapcsolat a központ és kirendeltségek között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DNS + Web integráció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Teljes hálózati biztonság (tűzfal, ACL, port-</a:t>
            </a:r>
            <a:r>
              <a:rPr kumimoji="0" lang="hu-HU" altLang="hu-HU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security</a:t>
            </a:r>
            <a:r>
              <a:rPr kumimoji="0" lang="hu-HU" altLang="hu-HU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)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Block Arc 16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" name="Arc 24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68504"/>
      </p:ext>
    </p:extLst>
  </p:cSld>
  <p:clrMapOvr>
    <a:masterClrMapping/>
  </p:clrMapOvr>
  <p:transition>
    <p:push dir="u"/>
  </p:transition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600</TotalTime>
  <Words>643</Words>
  <Application>Microsoft Macintosh PowerPoint</Application>
  <PresentationFormat>Szélesvásznú</PresentationFormat>
  <Paragraphs>115</Paragraphs>
  <Slides>17</Slides>
  <Notes>2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7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17</vt:i4>
      </vt:variant>
    </vt:vector>
  </HeadingPairs>
  <TitlesOfParts>
    <vt:vector size="25" baseType="lpstr">
      <vt:lpstr>Arial Unicode MS</vt:lpstr>
      <vt:lpstr>-webkit-standard</vt:lpstr>
      <vt:lpstr>Aptos</vt:lpstr>
      <vt:lpstr>Aptos Display</vt:lpstr>
      <vt:lpstr>Arial</vt:lpstr>
      <vt:lpstr>Calibri</vt:lpstr>
      <vt:lpstr>Consolas</vt:lpstr>
      <vt:lpstr>Office-téma</vt:lpstr>
      <vt:lpstr>CseGe Kft. hálózati prototípus bemutatása</vt:lpstr>
      <vt:lpstr>Bemutatkozás  Elekes Bálint - Projektmanager és vezető hálózati konfigurátor</vt:lpstr>
      <vt:lpstr>Győrfi Dániel – Hálózati tervezés és alapkonfiguráció</vt:lpstr>
      <vt:lpstr>Szőts Dávid - Projektadminisztráció és támogatás</vt:lpstr>
      <vt:lpstr>CseGe Kft. Ismertetése dióhéjban</vt:lpstr>
      <vt:lpstr>Teljes prototype</vt:lpstr>
      <vt:lpstr>Fejlesztési osztály</vt:lpstr>
      <vt:lpstr>Marketing/értékesítési osztály, Főnöki iroda</vt:lpstr>
      <vt:lpstr>Menedzsment osztály</vt:lpstr>
      <vt:lpstr>Adminisztratív osztály</vt:lpstr>
      <vt:lpstr>Szerverközpont</vt:lpstr>
      <vt:lpstr>Tesztelési osztály</vt:lpstr>
      <vt:lpstr>HR osztály</vt:lpstr>
      <vt:lpstr>Mi az a GIT?</vt:lpstr>
      <vt:lpstr>Mi az a JIRA?</vt:lpstr>
      <vt:lpstr>Tesztelési séma</vt:lpstr>
      <vt:lpstr>Összefoglalás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elekesbalint@sulid.hu</dc:creator>
  <cp:lastModifiedBy>elekesbalint@sulid.hu</cp:lastModifiedBy>
  <cp:revision>35</cp:revision>
  <dcterms:created xsi:type="dcterms:W3CDTF">2025-10-09T10:40:49Z</dcterms:created>
  <dcterms:modified xsi:type="dcterms:W3CDTF">2026-02-19T13:34:57Z</dcterms:modified>
</cp:coreProperties>
</file>