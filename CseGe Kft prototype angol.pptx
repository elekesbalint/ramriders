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8" r:id="rId2"/>
    <p:sldId id="273" r:id="rId3"/>
    <p:sldId id="274" r:id="rId4"/>
    <p:sldId id="275" r:id="rId5"/>
    <p:sldId id="276" r:id="rId6"/>
    <p:sldId id="266" r:id="rId7"/>
    <p:sldId id="257" r:id="rId8"/>
    <p:sldId id="259" r:id="rId9"/>
    <p:sldId id="261" r:id="rId10"/>
    <p:sldId id="262" r:id="rId11"/>
    <p:sldId id="263" r:id="rId12"/>
    <p:sldId id="264" r:id="rId13"/>
    <p:sldId id="265" r:id="rId14"/>
    <p:sldId id="277" r:id="rId15"/>
    <p:sldId id="278" r:id="rId16"/>
    <p:sldId id="272" r:id="rId17"/>
    <p:sldId id="280" r:id="rId18"/>
    <p:sldId id="271" r:id="rId19"/>
    <p:sldId id="279" r:id="rId2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44"/>
    <p:restoredTop sz="94679"/>
  </p:normalViewPr>
  <p:slideViewPr>
    <p:cSldViewPr snapToGrid="0">
      <p:cViewPr varScale="1">
        <p:scale>
          <a:sx n="109" d="100"/>
          <a:sy n="109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69F83-73A4-4799-9546-FA31F7FF334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F9148B-32B0-421D-89B4-805902753877}">
      <dgm:prSet/>
      <dgm:spPr/>
      <dgm:t>
        <a:bodyPr/>
        <a:lstStyle/>
        <a:p>
          <a:r>
            <a:rPr lang="hu-HU" dirty="0"/>
            <a:t>Main </a:t>
          </a:r>
          <a:r>
            <a:rPr lang="hu-HU" dirty="0" err="1"/>
            <a:t>tasks</a:t>
          </a:r>
          <a:r>
            <a:rPr lang="hu-HU" dirty="0"/>
            <a:t>:</a:t>
          </a:r>
          <a:endParaRPr lang="en-US" dirty="0"/>
        </a:p>
      </dgm:t>
    </dgm:pt>
    <dgm:pt modelId="{09CE78B4-AEAF-474D-9AE2-9EBC4C5077A3}" type="parTrans" cxnId="{ADAC16E4-710F-4900-A381-8EC34E606D19}">
      <dgm:prSet/>
      <dgm:spPr/>
      <dgm:t>
        <a:bodyPr/>
        <a:lstStyle/>
        <a:p>
          <a:endParaRPr lang="en-US"/>
        </a:p>
      </dgm:t>
    </dgm:pt>
    <dgm:pt modelId="{F9FE8659-E559-46E0-9690-97BD414E9B8E}" type="sibTrans" cxnId="{ADAC16E4-710F-4900-A381-8EC34E606D19}">
      <dgm:prSet/>
      <dgm:spPr/>
      <dgm:t>
        <a:bodyPr/>
        <a:lstStyle/>
        <a:p>
          <a:endParaRPr lang="en-US"/>
        </a:p>
      </dgm:t>
    </dgm:pt>
    <dgm:pt modelId="{85E10FBD-49D2-4762-ADF3-6D7B52EAEF99}">
      <dgm:prSet/>
      <dgm:spPr/>
      <dgm:t>
        <a:bodyPr/>
        <a:lstStyle/>
        <a:p>
          <a:r>
            <a:rPr lang="en-US" dirty="0"/>
            <a:t>Designing and implementing the complete network architecture
Detailed configuration of routers and switches in Cisco Packet Tracer
Setting up VLANs and inter-VLAN routing (router-on-a-stick / multilayer switch)
Configuring network security solutions:</a:t>
          </a:r>
          <a:r>
            <a:rPr lang="hu-HU" dirty="0"/>
            <a:t> </a:t>
          </a:r>
          <a:r>
            <a:rPr lang="en-US" dirty="0"/>
            <a:t>ACLs, Port Security, NAT, DHCP, DNS, FTP, and web services</a:t>
          </a:r>
        </a:p>
      </dgm:t>
    </dgm:pt>
    <dgm:pt modelId="{4D8B9D6C-EB61-418F-B72A-1D16E19F39B2}" type="parTrans" cxnId="{94A94228-31F8-4C61-8795-7F05B42BA13E}">
      <dgm:prSet/>
      <dgm:spPr/>
      <dgm:t>
        <a:bodyPr/>
        <a:lstStyle/>
        <a:p>
          <a:endParaRPr lang="en-US"/>
        </a:p>
      </dgm:t>
    </dgm:pt>
    <dgm:pt modelId="{26BEAE47-7EF1-4136-A340-1B0558147A8B}" type="sibTrans" cxnId="{94A94228-31F8-4C61-8795-7F05B42BA13E}">
      <dgm:prSet/>
      <dgm:spPr/>
      <dgm:t>
        <a:bodyPr/>
        <a:lstStyle/>
        <a:p>
          <a:endParaRPr lang="en-US"/>
        </a:p>
      </dgm:t>
    </dgm:pt>
    <dgm:pt modelId="{54A223B7-0A70-4495-9F13-C42D9730A2D8}">
      <dgm:prSet/>
      <dgm:spPr/>
      <dgm:t>
        <a:bodyPr/>
        <a:lstStyle/>
        <a:p>
          <a:r>
            <a:rPr lang="hu-HU" dirty="0" err="1"/>
            <a:t>Routing</a:t>
          </a:r>
          <a:r>
            <a:rPr lang="hu-HU" dirty="0"/>
            <a:t> </a:t>
          </a:r>
          <a:r>
            <a:rPr lang="hu-HU" dirty="0" err="1"/>
            <a:t>settings</a:t>
          </a:r>
          <a:r>
            <a:rPr lang="hu-HU" dirty="0"/>
            <a:t> (statikus </a:t>
          </a:r>
          <a:r>
            <a:rPr lang="hu-HU" dirty="0" err="1"/>
            <a:t>routs</a:t>
          </a:r>
          <a:r>
            <a:rPr lang="hu-HU" dirty="0"/>
            <a:t>, OSPF)</a:t>
          </a:r>
          <a:endParaRPr lang="en-US" dirty="0"/>
        </a:p>
      </dgm:t>
    </dgm:pt>
    <dgm:pt modelId="{6AFE3D20-5455-4E72-A158-CEBA6426F6DC}" type="parTrans" cxnId="{9B7F07ED-FA69-4E60-95F0-050EA1A21F14}">
      <dgm:prSet/>
      <dgm:spPr/>
      <dgm:t>
        <a:bodyPr/>
        <a:lstStyle/>
        <a:p>
          <a:endParaRPr lang="en-US"/>
        </a:p>
      </dgm:t>
    </dgm:pt>
    <dgm:pt modelId="{1A765ABC-5579-42CE-B563-BF1B3F0B83B8}" type="sibTrans" cxnId="{9B7F07ED-FA69-4E60-95F0-050EA1A21F14}">
      <dgm:prSet/>
      <dgm:spPr/>
      <dgm:t>
        <a:bodyPr/>
        <a:lstStyle/>
        <a:p>
          <a:endParaRPr lang="en-US"/>
        </a:p>
      </dgm:t>
    </dgm:pt>
    <dgm:pt modelId="{706093BA-466A-4FB4-8E9D-B92C64516D3D}">
      <dgm:prSet/>
      <dgm:spPr/>
      <dgm:t>
        <a:bodyPr/>
        <a:lstStyle/>
        <a:p>
          <a:r>
            <a:rPr lang="hu-HU" dirty="0" err="1"/>
            <a:t>Deploying</a:t>
          </a:r>
          <a:r>
            <a:rPr lang="hu-HU" dirty="0"/>
            <a:t> a </a:t>
          </a:r>
          <a:r>
            <a:rPr lang="hu-HU" dirty="0" err="1"/>
            <a:t>multilayer</a:t>
          </a:r>
          <a:r>
            <a:rPr lang="hu-HU" dirty="0"/>
            <a:t> </a:t>
          </a:r>
          <a:r>
            <a:rPr lang="hu-HU" dirty="0" err="1"/>
            <a:t>switch</a:t>
          </a:r>
          <a:r>
            <a:rPr lang="hu-HU" dirty="0"/>
            <a:t> in </a:t>
          </a:r>
          <a:r>
            <a:rPr lang="hu-HU" dirty="0" err="1"/>
            <a:t>the</a:t>
          </a:r>
          <a:r>
            <a:rPr lang="hu-HU" dirty="0"/>
            <a:t> </a:t>
          </a:r>
          <a:r>
            <a:rPr lang="hu-HU" dirty="0" err="1"/>
            <a:t>development</a:t>
          </a:r>
          <a:r>
            <a:rPr lang="hu-HU" dirty="0"/>
            <a:t> </a:t>
          </a:r>
          <a:r>
            <a:rPr lang="hu-HU" dirty="0" err="1"/>
            <a:t>network</a:t>
          </a:r>
          <a:endParaRPr lang="en-US" dirty="0"/>
        </a:p>
      </dgm:t>
    </dgm:pt>
    <dgm:pt modelId="{28C93681-552F-4CD2-9F8A-624235EFE53A}" type="parTrans" cxnId="{911FE4BD-D772-4753-B237-6730AA10CDAC}">
      <dgm:prSet/>
      <dgm:spPr/>
      <dgm:t>
        <a:bodyPr/>
        <a:lstStyle/>
        <a:p>
          <a:endParaRPr lang="en-US"/>
        </a:p>
      </dgm:t>
    </dgm:pt>
    <dgm:pt modelId="{267733C3-AEEB-405B-B438-C922BAE6E189}" type="sibTrans" cxnId="{911FE4BD-D772-4753-B237-6730AA10CDAC}">
      <dgm:prSet/>
      <dgm:spPr/>
      <dgm:t>
        <a:bodyPr/>
        <a:lstStyle/>
        <a:p>
          <a:endParaRPr lang="en-US"/>
        </a:p>
      </dgm:t>
    </dgm:pt>
    <dgm:pt modelId="{4371727B-957E-45CA-90AA-5481373A3190}">
      <dgm:prSet/>
      <dgm:spPr/>
      <dgm:t>
        <a:bodyPr/>
        <a:lstStyle/>
        <a:p>
          <a:r>
            <a:rPr lang="en-US" b="0" dirty="0"/>
            <a:t>Monitoring network operation and troubleshooting issues</a:t>
          </a:r>
        </a:p>
      </dgm:t>
    </dgm:pt>
    <dgm:pt modelId="{976000E4-3F15-4B5A-9701-5087F115D574}" type="parTrans" cxnId="{01CB3CDC-9CB7-4EC8-83DE-6664BE618DC3}">
      <dgm:prSet/>
      <dgm:spPr/>
      <dgm:t>
        <a:bodyPr/>
        <a:lstStyle/>
        <a:p>
          <a:endParaRPr lang="en-US"/>
        </a:p>
      </dgm:t>
    </dgm:pt>
    <dgm:pt modelId="{252B4546-33BF-49DD-BABA-8743F9925558}" type="sibTrans" cxnId="{01CB3CDC-9CB7-4EC8-83DE-6664BE618DC3}">
      <dgm:prSet/>
      <dgm:spPr/>
      <dgm:t>
        <a:bodyPr/>
        <a:lstStyle/>
        <a:p>
          <a:endParaRPr lang="en-US"/>
        </a:p>
      </dgm:t>
    </dgm:pt>
    <dgm:pt modelId="{81D36186-95A0-5D4B-927D-25932088E5CB}">
      <dgm:prSet/>
      <dgm:spPr/>
      <dgm:t>
        <a:bodyPr/>
        <a:lstStyle/>
        <a:p>
          <a:pPr>
            <a:buNone/>
          </a:pPr>
          <a:r>
            <a:rPr lang="en-US" b="0" dirty="0"/>
            <a:t>Contribution to the project:</a:t>
          </a:r>
          <a:endParaRPr lang="hu-HU" b="0" i="0" u="none" dirty="0"/>
        </a:p>
      </dgm:t>
    </dgm:pt>
    <dgm:pt modelId="{F750D9BD-5858-314A-B172-93A82236B0BD}" type="parTrans" cxnId="{238BE744-CEF8-6244-BF55-5442C13F72F1}">
      <dgm:prSet/>
      <dgm:spPr/>
      <dgm:t>
        <a:bodyPr/>
        <a:lstStyle/>
        <a:p>
          <a:endParaRPr lang="hu-HU"/>
        </a:p>
      </dgm:t>
    </dgm:pt>
    <dgm:pt modelId="{9939F389-0AA7-D14F-A382-4334E3BBCA9A}" type="sibTrans" cxnId="{238BE744-CEF8-6244-BF55-5442C13F72F1}">
      <dgm:prSet/>
      <dgm:spPr/>
      <dgm:t>
        <a:bodyPr/>
        <a:lstStyle/>
        <a:p>
          <a:endParaRPr lang="hu-HU"/>
        </a:p>
      </dgm:t>
    </dgm:pt>
    <dgm:pt modelId="{4E836B96-CC45-834A-AD5F-462822663BD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Key role in the technical implementation of the network</a:t>
          </a:r>
          <a:endParaRPr lang="hu-HU" b="0" i="0" u="none" dirty="0"/>
        </a:p>
      </dgm:t>
    </dgm:pt>
    <dgm:pt modelId="{2F9CBC5E-F292-C442-A313-3CEF4F589CED}" type="parTrans" cxnId="{AFF3A1F6-42D8-DF43-AFEA-17EA91233EA6}">
      <dgm:prSet/>
      <dgm:spPr/>
      <dgm:t>
        <a:bodyPr/>
        <a:lstStyle/>
        <a:p>
          <a:endParaRPr lang="hu-HU"/>
        </a:p>
      </dgm:t>
    </dgm:pt>
    <dgm:pt modelId="{03ACDB43-14C8-3A40-8616-D8A863C4DF2E}" type="sibTrans" cxnId="{AFF3A1F6-42D8-DF43-AFEA-17EA91233EA6}">
      <dgm:prSet/>
      <dgm:spPr/>
      <dgm:t>
        <a:bodyPr/>
        <a:lstStyle/>
        <a:p>
          <a:endParaRPr lang="hu-HU"/>
        </a:p>
      </dgm:t>
    </dgm:pt>
    <dgm:pt modelId="{017FD1C0-4AA2-488C-A4AA-6BE707555D71}">
      <dgm:prSet/>
      <dgm:spPr/>
      <dgm:t>
        <a:bodyPr/>
        <a:lstStyle/>
        <a:p>
          <a:r>
            <a:rPr lang="en-US"/>
            <a:t>Developing a secure and functional corporate network prototype</a:t>
          </a:r>
        </a:p>
      </dgm:t>
    </dgm:pt>
    <dgm:pt modelId="{9755BF99-2DE3-4691-B9B1-0EF2CFAF3D9B}" type="parTrans" cxnId="{E9B3D72A-F826-489A-9159-0E20EB38E11C}">
      <dgm:prSet/>
      <dgm:spPr/>
      <dgm:t>
        <a:bodyPr/>
        <a:lstStyle/>
        <a:p>
          <a:endParaRPr lang="hu-HU"/>
        </a:p>
      </dgm:t>
    </dgm:pt>
    <dgm:pt modelId="{C3A6EF77-47AA-4CE7-BBC5-57C9F26330B5}" type="sibTrans" cxnId="{E9B3D72A-F826-489A-9159-0E20EB38E11C}">
      <dgm:prSet/>
      <dgm:spPr/>
      <dgm:t>
        <a:bodyPr/>
        <a:lstStyle/>
        <a:p>
          <a:endParaRPr lang="hu-HU"/>
        </a:p>
      </dgm:t>
    </dgm:pt>
    <dgm:pt modelId="{B7112446-DDCB-4325-A4BD-273BBE6BAC99}">
      <dgm:prSet/>
      <dgm:spPr/>
      <dgm:t>
        <a:bodyPr/>
        <a:lstStyle/>
        <a:p>
          <a:r>
            <a:rPr lang="en-US" dirty="0"/>
            <a:t>Professional guidance and technical coordination of the project</a:t>
          </a:r>
        </a:p>
      </dgm:t>
    </dgm:pt>
    <dgm:pt modelId="{E06D4299-7F55-4C62-992E-40A991122D3F}" type="parTrans" cxnId="{3028B533-9A71-4D01-B36D-688E053BD29A}">
      <dgm:prSet/>
      <dgm:spPr/>
      <dgm:t>
        <a:bodyPr/>
        <a:lstStyle/>
        <a:p>
          <a:endParaRPr lang="hu-HU"/>
        </a:p>
      </dgm:t>
    </dgm:pt>
    <dgm:pt modelId="{957006F3-06B7-4277-B688-EC66B77E6686}" type="sibTrans" cxnId="{3028B533-9A71-4D01-B36D-688E053BD29A}">
      <dgm:prSet/>
      <dgm:spPr/>
      <dgm:t>
        <a:bodyPr/>
        <a:lstStyle/>
        <a:p>
          <a:endParaRPr lang="hu-HU"/>
        </a:p>
      </dgm:t>
    </dgm:pt>
    <dgm:pt modelId="{07F289EC-85FF-484D-AF32-DEE82A1BE452}" type="pres">
      <dgm:prSet presAssocID="{15169F83-73A4-4799-9546-FA31F7FF3348}" presName="linear" presStyleCnt="0">
        <dgm:presLayoutVars>
          <dgm:dir/>
          <dgm:animLvl val="lvl"/>
          <dgm:resizeHandles val="exact"/>
        </dgm:presLayoutVars>
      </dgm:prSet>
      <dgm:spPr/>
    </dgm:pt>
    <dgm:pt modelId="{3260D535-CD70-5440-94E0-243482E7650B}" type="pres">
      <dgm:prSet presAssocID="{40F9148B-32B0-421D-89B4-805902753877}" presName="parentLin" presStyleCnt="0"/>
      <dgm:spPr/>
    </dgm:pt>
    <dgm:pt modelId="{AACD3AC0-D229-404E-A2F8-A676B59DDF88}" type="pres">
      <dgm:prSet presAssocID="{40F9148B-32B0-421D-89B4-805902753877}" presName="parentLeftMargin" presStyleLbl="node1" presStyleIdx="0" presStyleCnt="5"/>
      <dgm:spPr/>
    </dgm:pt>
    <dgm:pt modelId="{7C6A9E6F-4BE1-394B-8AE2-F65DF8BA0C74}" type="pres">
      <dgm:prSet presAssocID="{40F9148B-32B0-421D-89B4-805902753877}" presName="parentText" presStyleLbl="node1" presStyleIdx="0" presStyleCnt="5" custLinFactNeighborX="-8068" custLinFactNeighborY="-63073">
        <dgm:presLayoutVars>
          <dgm:chMax val="0"/>
          <dgm:bulletEnabled val="1"/>
        </dgm:presLayoutVars>
      </dgm:prSet>
      <dgm:spPr/>
    </dgm:pt>
    <dgm:pt modelId="{0BCDF91D-0E48-CC4B-A400-0B6082A429B9}" type="pres">
      <dgm:prSet presAssocID="{40F9148B-32B0-421D-89B4-805902753877}" presName="negativeSpace" presStyleCnt="0"/>
      <dgm:spPr/>
    </dgm:pt>
    <dgm:pt modelId="{4991C857-F513-4049-8A7D-0E6D9DAEE92A}" type="pres">
      <dgm:prSet presAssocID="{40F9148B-32B0-421D-89B4-805902753877}" presName="childText" presStyleLbl="conFgAcc1" presStyleIdx="0" presStyleCnt="5" custScaleX="95895" custScaleY="97749">
        <dgm:presLayoutVars>
          <dgm:bulletEnabled val="1"/>
        </dgm:presLayoutVars>
      </dgm:prSet>
      <dgm:spPr/>
    </dgm:pt>
    <dgm:pt modelId="{DC0F925E-8E09-F545-A516-4A90F2B84944}" type="pres">
      <dgm:prSet presAssocID="{F9FE8659-E559-46E0-9690-97BD414E9B8E}" presName="spaceBetweenRectangles" presStyleCnt="0"/>
      <dgm:spPr/>
    </dgm:pt>
    <dgm:pt modelId="{DF91C239-A042-BD44-83C6-6303AD7CCA71}" type="pres">
      <dgm:prSet presAssocID="{54A223B7-0A70-4495-9F13-C42D9730A2D8}" presName="parentLin" presStyleCnt="0"/>
      <dgm:spPr/>
    </dgm:pt>
    <dgm:pt modelId="{9C375EE2-0AA2-3740-A78E-A102BBAF28A2}" type="pres">
      <dgm:prSet presAssocID="{54A223B7-0A70-4495-9F13-C42D9730A2D8}" presName="parentLeftMargin" presStyleLbl="node1" presStyleIdx="0" presStyleCnt="5"/>
      <dgm:spPr/>
    </dgm:pt>
    <dgm:pt modelId="{411B3A44-E584-6D4C-BE1F-B00426E876C0}" type="pres">
      <dgm:prSet presAssocID="{54A223B7-0A70-4495-9F13-C42D9730A2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97FD7D6-8A19-8F49-83A2-09064327B6D9}" type="pres">
      <dgm:prSet presAssocID="{54A223B7-0A70-4495-9F13-C42D9730A2D8}" presName="negativeSpace" presStyleCnt="0"/>
      <dgm:spPr/>
    </dgm:pt>
    <dgm:pt modelId="{9EBBE25A-E074-6343-968E-8ADBBE46CF01}" type="pres">
      <dgm:prSet presAssocID="{54A223B7-0A70-4495-9F13-C42D9730A2D8}" presName="childText" presStyleLbl="conFgAcc1" presStyleIdx="1" presStyleCnt="5">
        <dgm:presLayoutVars>
          <dgm:bulletEnabled val="1"/>
        </dgm:presLayoutVars>
      </dgm:prSet>
      <dgm:spPr/>
    </dgm:pt>
    <dgm:pt modelId="{B22F5135-880A-0348-ADA5-291A761F5930}" type="pres">
      <dgm:prSet presAssocID="{1A765ABC-5579-42CE-B563-BF1B3F0B83B8}" presName="spaceBetweenRectangles" presStyleCnt="0"/>
      <dgm:spPr/>
    </dgm:pt>
    <dgm:pt modelId="{5F9D7DC6-C2C7-354B-AD80-D83D01DDBD97}" type="pres">
      <dgm:prSet presAssocID="{706093BA-466A-4FB4-8E9D-B92C64516D3D}" presName="parentLin" presStyleCnt="0"/>
      <dgm:spPr/>
    </dgm:pt>
    <dgm:pt modelId="{57D1DE5C-EAC0-9344-92AC-B2852BD83FFF}" type="pres">
      <dgm:prSet presAssocID="{706093BA-466A-4FB4-8E9D-B92C64516D3D}" presName="parentLeftMargin" presStyleLbl="node1" presStyleIdx="1" presStyleCnt="5"/>
      <dgm:spPr/>
    </dgm:pt>
    <dgm:pt modelId="{7AB418CD-C80B-E645-997B-1E89954C109F}" type="pres">
      <dgm:prSet presAssocID="{706093BA-466A-4FB4-8E9D-B92C64516D3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51F0A52-EB56-A94B-A664-2DB2F209ECB6}" type="pres">
      <dgm:prSet presAssocID="{706093BA-466A-4FB4-8E9D-B92C64516D3D}" presName="negativeSpace" presStyleCnt="0"/>
      <dgm:spPr/>
    </dgm:pt>
    <dgm:pt modelId="{65AF51D9-BE78-A849-9E57-0C739029E794}" type="pres">
      <dgm:prSet presAssocID="{706093BA-466A-4FB4-8E9D-B92C64516D3D}" presName="childText" presStyleLbl="conFgAcc1" presStyleIdx="2" presStyleCnt="5">
        <dgm:presLayoutVars>
          <dgm:bulletEnabled val="1"/>
        </dgm:presLayoutVars>
      </dgm:prSet>
      <dgm:spPr/>
    </dgm:pt>
    <dgm:pt modelId="{B43061CA-3EFD-5D42-8FBC-6DBEF1A16B6E}" type="pres">
      <dgm:prSet presAssocID="{267733C3-AEEB-405B-B438-C922BAE6E189}" presName="spaceBetweenRectangles" presStyleCnt="0"/>
      <dgm:spPr/>
    </dgm:pt>
    <dgm:pt modelId="{BF8D076A-1505-C24A-AB76-A8D8301D4838}" type="pres">
      <dgm:prSet presAssocID="{4371727B-957E-45CA-90AA-5481373A3190}" presName="parentLin" presStyleCnt="0"/>
      <dgm:spPr/>
    </dgm:pt>
    <dgm:pt modelId="{4B6F166F-B74A-7B41-B829-73D8EE213FB7}" type="pres">
      <dgm:prSet presAssocID="{4371727B-957E-45CA-90AA-5481373A3190}" presName="parentLeftMargin" presStyleLbl="node1" presStyleIdx="2" presStyleCnt="5"/>
      <dgm:spPr/>
    </dgm:pt>
    <dgm:pt modelId="{45B6442D-1350-CE45-9B91-CDB0C40CBD14}" type="pres">
      <dgm:prSet presAssocID="{4371727B-957E-45CA-90AA-5481373A31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B92B71-5B50-AA48-8811-E1E697DF57D1}" type="pres">
      <dgm:prSet presAssocID="{4371727B-957E-45CA-90AA-5481373A3190}" presName="negativeSpace" presStyleCnt="0"/>
      <dgm:spPr/>
    </dgm:pt>
    <dgm:pt modelId="{E15F7CB0-E721-F040-87F9-FFAA3A430B5C}" type="pres">
      <dgm:prSet presAssocID="{4371727B-957E-45CA-90AA-5481373A3190}" presName="childText" presStyleLbl="conFgAcc1" presStyleIdx="3" presStyleCnt="5">
        <dgm:presLayoutVars>
          <dgm:bulletEnabled val="1"/>
        </dgm:presLayoutVars>
      </dgm:prSet>
      <dgm:spPr/>
    </dgm:pt>
    <dgm:pt modelId="{498343DE-EC18-C640-B9EC-83A626D941DF}" type="pres">
      <dgm:prSet presAssocID="{252B4546-33BF-49DD-BABA-8743F9925558}" presName="spaceBetweenRectangles" presStyleCnt="0"/>
      <dgm:spPr/>
    </dgm:pt>
    <dgm:pt modelId="{EE7B0947-BB1F-FA43-9DD1-EF1D98EA8E92}" type="pres">
      <dgm:prSet presAssocID="{81D36186-95A0-5D4B-927D-25932088E5CB}" presName="parentLin" presStyleCnt="0"/>
      <dgm:spPr/>
    </dgm:pt>
    <dgm:pt modelId="{2A707400-F19B-8B47-B992-BE0A150A4F58}" type="pres">
      <dgm:prSet presAssocID="{81D36186-95A0-5D4B-927D-25932088E5CB}" presName="parentLeftMargin" presStyleLbl="node1" presStyleIdx="3" presStyleCnt="5"/>
      <dgm:spPr/>
    </dgm:pt>
    <dgm:pt modelId="{F4B59C57-3486-BB42-A330-A120B48F00D0}" type="pres">
      <dgm:prSet presAssocID="{81D36186-95A0-5D4B-927D-25932088E5C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BE2D37A-F29E-8E44-AE5F-A696664C7C70}" type="pres">
      <dgm:prSet presAssocID="{81D36186-95A0-5D4B-927D-25932088E5CB}" presName="negativeSpace" presStyleCnt="0"/>
      <dgm:spPr/>
    </dgm:pt>
    <dgm:pt modelId="{D30CEB13-D98B-0E44-83FC-AE811DA49236}" type="pres">
      <dgm:prSet presAssocID="{81D36186-95A0-5D4B-927D-25932088E5C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9E2F219-A82E-4413-AF44-4EF1309064E6}" type="presOf" srcId="{B7112446-DDCB-4325-A4BD-273BBE6BAC99}" destId="{D30CEB13-D98B-0E44-83FC-AE811DA49236}" srcOrd="0" destOrd="2" presId="urn:microsoft.com/office/officeart/2005/8/layout/list1"/>
    <dgm:cxn modelId="{A455B41F-9B60-9C49-A888-CA5E064B4C10}" type="presOf" srcId="{706093BA-466A-4FB4-8E9D-B92C64516D3D}" destId="{7AB418CD-C80B-E645-997B-1E89954C109F}" srcOrd="1" destOrd="0" presId="urn:microsoft.com/office/officeart/2005/8/layout/list1"/>
    <dgm:cxn modelId="{94A94228-31F8-4C61-8795-7F05B42BA13E}" srcId="{40F9148B-32B0-421D-89B4-805902753877}" destId="{85E10FBD-49D2-4762-ADF3-6D7B52EAEF99}" srcOrd="0" destOrd="0" parTransId="{4D8B9D6C-EB61-418F-B72A-1D16E19F39B2}" sibTransId="{26BEAE47-7EF1-4136-A340-1B0558147A8B}"/>
    <dgm:cxn modelId="{E9B3D72A-F826-489A-9159-0E20EB38E11C}" srcId="{81D36186-95A0-5D4B-927D-25932088E5CB}" destId="{017FD1C0-4AA2-488C-A4AA-6BE707555D71}" srcOrd="1" destOrd="0" parTransId="{9755BF99-2DE3-4691-B9B1-0EF2CFAF3D9B}" sibTransId="{C3A6EF77-47AA-4CE7-BBC5-57C9F26330B5}"/>
    <dgm:cxn modelId="{4BE59B32-B172-064C-8C85-BEE04CDCE330}" type="presOf" srcId="{81D36186-95A0-5D4B-927D-25932088E5CB}" destId="{F4B59C57-3486-BB42-A330-A120B48F00D0}" srcOrd="1" destOrd="0" presId="urn:microsoft.com/office/officeart/2005/8/layout/list1"/>
    <dgm:cxn modelId="{3028B533-9A71-4D01-B36D-688E053BD29A}" srcId="{81D36186-95A0-5D4B-927D-25932088E5CB}" destId="{B7112446-DDCB-4325-A4BD-273BBE6BAC99}" srcOrd="2" destOrd="0" parTransId="{E06D4299-7F55-4C62-992E-40A991122D3F}" sibTransId="{957006F3-06B7-4277-B688-EC66B77E6686}"/>
    <dgm:cxn modelId="{1AEFAE37-2218-094B-A7D5-3BFCF4246A75}" type="presOf" srcId="{40F9148B-32B0-421D-89B4-805902753877}" destId="{7C6A9E6F-4BE1-394B-8AE2-F65DF8BA0C74}" srcOrd="1" destOrd="0" presId="urn:microsoft.com/office/officeart/2005/8/layout/list1"/>
    <dgm:cxn modelId="{238BE744-CEF8-6244-BF55-5442C13F72F1}" srcId="{15169F83-73A4-4799-9546-FA31F7FF3348}" destId="{81D36186-95A0-5D4B-927D-25932088E5CB}" srcOrd="4" destOrd="0" parTransId="{F750D9BD-5858-314A-B172-93A82236B0BD}" sibTransId="{9939F389-0AA7-D14F-A382-4334E3BBCA9A}"/>
    <dgm:cxn modelId="{ED496F48-EDD5-AE4D-BDA0-101999790864}" type="presOf" srcId="{4371727B-957E-45CA-90AA-5481373A3190}" destId="{4B6F166F-B74A-7B41-B829-73D8EE213FB7}" srcOrd="0" destOrd="0" presId="urn:microsoft.com/office/officeart/2005/8/layout/list1"/>
    <dgm:cxn modelId="{DEB88C6A-BC6C-F147-B17E-A59FFA1973B5}" type="presOf" srcId="{85E10FBD-49D2-4762-ADF3-6D7B52EAEF99}" destId="{4991C857-F513-4049-8A7D-0E6D9DAEE92A}" srcOrd="0" destOrd="0" presId="urn:microsoft.com/office/officeart/2005/8/layout/list1"/>
    <dgm:cxn modelId="{C259127D-633E-1740-A394-17A243976173}" type="presOf" srcId="{54A223B7-0A70-4495-9F13-C42D9730A2D8}" destId="{9C375EE2-0AA2-3740-A78E-A102BBAF28A2}" srcOrd="0" destOrd="0" presId="urn:microsoft.com/office/officeart/2005/8/layout/list1"/>
    <dgm:cxn modelId="{FAD9E37E-BEA9-0B46-9533-4424ABADB76D}" type="presOf" srcId="{15169F83-73A4-4799-9546-FA31F7FF3348}" destId="{07F289EC-85FF-484D-AF32-DEE82A1BE452}" srcOrd="0" destOrd="0" presId="urn:microsoft.com/office/officeart/2005/8/layout/list1"/>
    <dgm:cxn modelId="{160BC17F-EADC-624A-AF28-A337A074ECE5}" type="presOf" srcId="{4E836B96-CC45-834A-AD5F-462822663BDB}" destId="{D30CEB13-D98B-0E44-83FC-AE811DA49236}" srcOrd="0" destOrd="0" presId="urn:microsoft.com/office/officeart/2005/8/layout/list1"/>
    <dgm:cxn modelId="{42AFB796-157F-E149-9137-2FC0AB356EC8}" type="presOf" srcId="{54A223B7-0A70-4495-9F13-C42D9730A2D8}" destId="{411B3A44-E584-6D4C-BE1F-B00426E876C0}" srcOrd="1" destOrd="0" presId="urn:microsoft.com/office/officeart/2005/8/layout/list1"/>
    <dgm:cxn modelId="{CAFF4599-27F2-41E4-A5DD-7CDF7EAFCEDD}" type="presOf" srcId="{017FD1C0-4AA2-488C-A4AA-6BE707555D71}" destId="{D30CEB13-D98B-0E44-83FC-AE811DA49236}" srcOrd="0" destOrd="1" presId="urn:microsoft.com/office/officeart/2005/8/layout/list1"/>
    <dgm:cxn modelId="{5C5834BB-A011-1B45-A4BC-7108F4195777}" type="presOf" srcId="{40F9148B-32B0-421D-89B4-805902753877}" destId="{AACD3AC0-D229-404E-A2F8-A676B59DDF88}" srcOrd="0" destOrd="0" presId="urn:microsoft.com/office/officeart/2005/8/layout/list1"/>
    <dgm:cxn modelId="{911FE4BD-D772-4753-B237-6730AA10CDAC}" srcId="{15169F83-73A4-4799-9546-FA31F7FF3348}" destId="{706093BA-466A-4FB4-8E9D-B92C64516D3D}" srcOrd="2" destOrd="0" parTransId="{28C93681-552F-4CD2-9F8A-624235EFE53A}" sibTransId="{267733C3-AEEB-405B-B438-C922BAE6E189}"/>
    <dgm:cxn modelId="{93DDBED8-1192-3E48-896B-AAD91F0FA6B4}" type="presOf" srcId="{4371727B-957E-45CA-90AA-5481373A3190}" destId="{45B6442D-1350-CE45-9B91-CDB0C40CBD14}" srcOrd="1" destOrd="0" presId="urn:microsoft.com/office/officeart/2005/8/layout/list1"/>
    <dgm:cxn modelId="{DDF476DB-BF1C-0D4C-9BD9-9812561E9D03}" type="presOf" srcId="{81D36186-95A0-5D4B-927D-25932088E5CB}" destId="{2A707400-F19B-8B47-B992-BE0A150A4F58}" srcOrd="0" destOrd="0" presId="urn:microsoft.com/office/officeart/2005/8/layout/list1"/>
    <dgm:cxn modelId="{01CB3CDC-9CB7-4EC8-83DE-6664BE618DC3}" srcId="{15169F83-73A4-4799-9546-FA31F7FF3348}" destId="{4371727B-957E-45CA-90AA-5481373A3190}" srcOrd="3" destOrd="0" parTransId="{976000E4-3F15-4B5A-9701-5087F115D574}" sibTransId="{252B4546-33BF-49DD-BABA-8743F9925558}"/>
    <dgm:cxn modelId="{ADAC16E4-710F-4900-A381-8EC34E606D19}" srcId="{15169F83-73A4-4799-9546-FA31F7FF3348}" destId="{40F9148B-32B0-421D-89B4-805902753877}" srcOrd="0" destOrd="0" parTransId="{09CE78B4-AEAF-474D-9AE2-9EBC4C5077A3}" sibTransId="{F9FE8659-E559-46E0-9690-97BD414E9B8E}"/>
    <dgm:cxn modelId="{F27837EB-43B3-C34D-BA4A-54A9EBD5E3AD}" type="presOf" srcId="{706093BA-466A-4FB4-8E9D-B92C64516D3D}" destId="{57D1DE5C-EAC0-9344-92AC-B2852BD83FFF}" srcOrd="0" destOrd="0" presId="urn:microsoft.com/office/officeart/2005/8/layout/list1"/>
    <dgm:cxn modelId="{9B7F07ED-FA69-4E60-95F0-050EA1A21F14}" srcId="{15169F83-73A4-4799-9546-FA31F7FF3348}" destId="{54A223B7-0A70-4495-9F13-C42D9730A2D8}" srcOrd="1" destOrd="0" parTransId="{6AFE3D20-5455-4E72-A158-CEBA6426F6DC}" sibTransId="{1A765ABC-5579-42CE-B563-BF1B3F0B83B8}"/>
    <dgm:cxn modelId="{AFF3A1F6-42D8-DF43-AFEA-17EA91233EA6}" srcId="{81D36186-95A0-5D4B-927D-25932088E5CB}" destId="{4E836B96-CC45-834A-AD5F-462822663BDB}" srcOrd="0" destOrd="0" parTransId="{2F9CBC5E-F292-C442-A313-3CEF4F589CED}" sibTransId="{03ACDB43-14C8-3A40-8616-D8A863C4DF2E}"/>
    <dgm:cxn modelId="{1CC95BAD-0C35-EB48-BBEB-295D33C1562E}" type="presParOf" srcId="{07F289EC-85FF-484D-AF32-DEE82A1BE452}" destId="{3260D535-CD70-5440-94E0-243482E7650B}" srcOrd="0" destOrd="0" presId="urn:microsoft.com/office/officeart/2005/8/layout/list1"/>
    <dgm:cxn modelId="{39D8A5C1-DE1E-BF40-8577-C892E98945F1}" type="presParOf" srcId="{3260D535-CD70-5440-94E0-243482E7650B}" destId="{AACD3AC0-D229-404E-A2F8-A676B59DDF88}" srcOrd="0" destOrd="0" presId="urn:microsoft.com/office/officeart/2005/8/layout/list1"/>
    <dgm:cxn modelId="{1E2CC2C0-6F96-D344-8A4F-36202016E39C}" type="presParOf" srcId="{3260D535-CD70-5440-94E0-243482E7650B}" destId="{7C6A9E6F-4BE1-394B-8AE2-F65DF8BA0C74}" srcOrd="1" destOrd="0" presId="urn:microsoft.com/office/officeart/2005/8/layout/list1"/>
    <dgm:cxn modelId="{F1EDB70E-98C1-F04D-A5A6-523EC281C9EE}" type="presParOf" srcId="{07F289EC-85FF-484D-AF32-DEE82A1BE452}" destId="{0BCDF91D-0E48-CC4B-A400-0B6082A429B9}" srcOrd="1" destOrd="0" presId="urn:microsoft.com/office/officeart/2005/8/layout/list1"/>
    <dgm:cxn modelId="{BD91ECDC-700F-B146-A6FF-77956BFB3A2B}" type="presParOf" srcId="{07F289EC-85FF-484D-AF32-DEE82A1BE452}" destId="{4991C857-F513-4049-8A7D-0E6D9DAEE92A}" srcOrd="2" destOrd="0" presId="urn:microsoft.com/office/officeart/2005/8/layout/list1"/>
    <dgm:cxn modelId="{6497A6C5-64B4-8C4A-AFEF-DA73679603C7}" type="presParOf" srcId="{07F289EC-85FF-484D-AF32-DEE82A1BE452}" destId="{DC0F925E-8E09-F545-A516-4A90F2B84944}" srcOrd="3" destOrd="0" presId="urn:microsoft.com/office/officeart/2005/8/layout/list1"/>
    <dgm:cxn modelId="{1C07149F-1834-684E-B89E-E44A2EE1F4EB}" type="presParOf" srcId="{07F289EC-85FF-484D-AF32-DEE82A1BE452}" destId="{DF91C239-A042-BD44-83C6-6303AD7CCA71}" srcOrd="4" destOrd="0" presId="urn:microsoft.com/office/officeart/2005/8/layout/list1"/>
    <dgm:cxn modelId="{09A741F2-6687-2949-AB48-D750A16E3CD2}" type="presParOf" srcId="{DF91C239-A042-BD44-83C6-6303AD7CCA71}" destId="{9C375EE2-0AA2-3740-A78E-A102BBAF28A2}" srcOrd="0" destOrd="0" presId="urn:microsoft.com/office/officeart/2005/8/layout/list1"/>
    <dgm:cxn modelId="{0818C621-2739-6A4A-8E91-51012C38139D}" type="presParOf" srcId="{DF91C239-A042-BD44-83C6-6303AD7CCA71}" destId="{411B3A44-E584-6D4C-BE1F-B00426E876C0}" srcOrd="1" destOrd="0" presId="urn:microsoft.com/office/officeart/2005/8/layout/list1"/>
    <dgm:cxn modelId="{0EC0E6F7-4DDE-C94C-ACBD-B5FCB86AF76B}" type="presParOf" srcId="{07F289EC-85FF-484D-AF32-DEE82A1BE452}" destId="{897FD7D6-8A19-8F49-83A2-09064327B6D9}" srcOrd="5" destOrd="0" presId="urn:microsoft.com/office/officeart/2005/8/layout/list1"/>
    <dgm:cxn modelId="{F56D86CC-B9E7-CA41-AFFF-37AC16022CD1}" type="presParOf" srcId="{07F289EC-85FF-484D-AF32-DEE82A1BE452}" destId="{9EBBE25A-E074-6343-968E-8ADBBE46CF01}" srcOrd="6" destOrd="0" presId="urn:microsoft.com/office/officeart/2005/8/layout/list1"/>
    <dgm:cxn modelId="{730597C0-6157-9040-AE2A-38EB832C737D}" type="presParOf" srcId="{07F289EC-85FF-484D-AF32-DEE82A1BE452}" destId="{B22F5135-880A-0348-ADA5-291A761F5930}" srcOrd="7" destOrd="0" presId="urn:microsoft.com/office/officeart/2005/8/layout/list1"/>
    <dgm:cxn modelId="{11F767AC-EF83-B041-B95F-2E3CE9EC613A}" type="presParOf" srcId="{07F289EC-85FF-484D-AF32-DEE82A1BE452}" destId="{5F9D7DC6-C2C7-354B-AD80-D83D01DDBD97}" srcOrd="8" destOrd="0" presId="urn:microsoft.com/office/officeart/2005/8/layout/list1"/>
    <dgm:cxn modelId="{53F67B4A-5F24-AA48-B60C-03CC4EB7E303}" type="presParOf" srcId="{5F9D7DC6-C2C7-354B-AD80-D83D01DDBD97}" destId="{57D1DE5C-EAC0-9344-92AC-B2852BD83FFF}" srcOrd="0" destOrd="0" presId="urn:microsoft.com/office/officeart/2005/8/layout/list1"/>
    <dgm:cxn modelId="{8D82D875-E764-E841-B95F-077583FE108A}" type="presParOf" srcId="{5F9D7DC6-C2C7-354B-AD80-D83D01DDBD97}" destId="{7AB418CD-C80B-E645-997B-1E89954C109F}" srcOrd="1" destOrd="0" presId="urn:microsoft.com/office/officeart/2005/8/layout/list1"/>
    <dgm:cxn modelId="{3AD5E334-5ABE-D04A-9B6E-2600C764FC9A}" type="presParOf" srcId="{07F289EC-85FF-484D-AF32-DEE82A1BE452}" destId="{851F0A52-EB56-A94B-A664-2DB2F209ECB6}" srcOrd="9" destOrd="0" presId="urn:microsoft.com/office/officeart/2005/8/layout/list1"/>
    <dgm:cxn modelId="{76E5564A-159E-2D4C-93D5-67A8B834F6B9}" type="presParOf" srcId="{07F289EC-85FF-484D-AF32-DEE82A1BE452}" destId="{65AF51D9-BE78-A849-9E57-0C739029E794}" srcOrd="10" destOrd="0" presId="urn:microsoft.com/office/officeart/2005/8/layout/list1"/>
    <dgm:cxn modelId="{FA0953AA-BD36-E842-A6B5-770C3BF85762}" type="presParOf" srcId="{07F289EC-85FF-484D-AF32-DEE82A1BE452}" destId="{B43061CA-3EFD-5D42-8FBC-6DBEF1A16B6E}" srcOrd="11" destOrd="0" presId="urn:microsoft.com/office/officeart/2005/8/layout/list1"/>
    <dgm:cxn modelId="{4122B684-868E-FA4C-994F-414A3BEF49FD}" type="presParOf" srcId="{07F289EC-85FF-484D-AF32-DEE82A1BE452}" destId="{BF8D076A-1505-C24A-AB76-A8D8301D4838}" srcOrd="12" destOrd="0" presId="urn:microsoft.com/office/officeart/2005/8/layout/list1"/>
    <dgm:cxn modelId="{DDBBB601-C8E3-604A-BAA3-61F5733C442E}" type="presParOf" srcId="{BF8D076A-1505-C24A-AB76-A8D8301D4838}" destId="{4B6F166F-B74A-7B41-B829-73D8EE213FB7}" srcOrd="0" destOrd="0" presId="urn:microsoft.com/office/officeart/2005/8/layout/list1"/>
    <dgm:cxn modelId="{65111E3A-B3D9-E74F-828A-4B36F85B84D5}" type="presParOf" srcId="{BF8D076A-1505-C24A-AB76-A8D8301D4838}" destId="{45B6442D-1350-CE45-9B91-CDB0C40CBD14}" srcOrd="1" destOrd="0" presId="urn:microsoft.com/office/officeart/2005/8/layout/list1"/>
    <dgm:cxn modelId="{6C639EA0-B2A1-224B-A051-55B53E875044}" type="presParOf" srcId="{07F289EC-85FF-484D-AF32-DEE82A1BE452}" destId="{3DB92B71-5B50-AA48-8811-E1E697DF57D1}" srcOrd="13" destOrd="0" presId="urn:microsoft.com/office/officeart/2005/8/layout/list1"/>
    <dgm:cxn modelId="{9AC51A5B-7B73-0241-850D-4EF3F932CF1C}" type="presParOf" srcId="{07F289EC-85FF-484D-AF32-DEE82A1BE452}" destId="{E15F7CB0-E721-F040-87F9-FFAA3A430B5C}" srcOrd="14" destOrd="0" presId="urn:microsoft.com/office/officeart/2005/8/layout/list1"/>
    <dgm:cxn modelId="{4509E7B4-E8D6-0949-9A58-4A428A2E2BF6}" type="presParOf" srcId="{07F289EC-85FF-484D-AF32-DEE82A1BE452}" destId="{498343DE-EC18-C640-B9EC-83A626D941DF}" srcOrd="15" destOrd="0" presId="urn:microsoft.com/office/officeart/2005/8/layout/list1"/>
    <dgm:cxn modelId="{7FD1C4E9-389B-C645-BDCC-02C305F3C25A}" type="presParOf" srcId="{07F289EC-85FF-484D-AF32-DEE82A1BE452}" destId="{EE7B0947-BB1F-FA43-9DD1-EF1D98EA8E92}" srcOrd="16" destOrd="0" presId="urn:microsoft.com/office/officeart/2005/8/layout/list1"/>
    <dgm:cxn modelId="{A680B281-6088-734D-A1A1-D8E8A90A5A84}" type="presParOf" srcId="{EE7B0947-BB1F-FA43-9DD1-EF1D98EA8E92}" destId="{2A707400-F19B-8B47-B992-BE0A150A4F58}" srcOrd="0" destOrd="0" presId="urn:microsoft.com/office/officeart/2005/8/layout/list1"/>
    <dgm:cxn modelId="{856CA8A9-1033-8442-8252-AAAF7994A9B8}" type="presParOf" srcId="{EE7B0947-BB1F-FA43-9DD1-EF1D98EA8E92}" destId="{F4B59C57-3486-BB42-A330-A120B48F00D0}" srcOrd="1" destOrd="0" presId="urn:microsoft.com/office/officeart/2005/8/layout/list1"/>
    <dgm:cxn modelId="{FE886AF1-B2F6-9F4B-ADA4-90D32D8DB024}" type="presParOf" srcId="{07F289EC-85FF-484D-AF32-DEE82A1BE452}" destId="{6BE2D37A-F29E-8E44-AE5F-A696664C7C70}" srcOrd="17" destOrd="0" presId="urn:microsoft.com/office/officeart/2005/8/layout/list1"/>
    <dgm:cxn modelId="{77FCBE9F-D3AC-7747-B0F2-A21FB49AD1B9}" type="presParOf" srcId="{07F289EC-85FF-484D-AF32-DEE82A1BE452}" destId="{D30CEB13-D98B-0E44-83FC-AE811DA4923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 dirty="0"/>
            <a:t>Main </a:t>
          </a:r>
          <a:r>
            <a:rPr lang="hu-HU" dirty="0" err="1"/>
            <a:t>Tasks</a:t>
          </a:r>
          <a:r>
            <a:rPr lang="hu-HU" dirty="0"/>
            <a:t>:</a:t>
          </a:r>
          <a:endParaRPr lang="en-US" dirty="0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en-US" dirty="0"/>
            <a:t>Designing the logical and physical structure of the network</a:t>
          </a:r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 err="1"/>
            <a:t>Contribution</a:t>
          </a:r>
          <a:r>
            <a:rPr lang="hu-HU" dirty="0"/>
            <a:t> </a:t>
          </a:r>
          <a:r>
            <a:rPr lang="hu-HU" dirty="0" err="1"/>
            <a:t>to</a:t>
          </a:r>
          <a:r>
            <a:rPr lang="hu-HU" dirty="0"/>
            <a:t> </a:t>
          </a:r>
          <a:r>
            <a:rPr lang="hu-HU" dirty="0" err="1"/>
            <a:t>the</a:t>
          </a:r>
          <a:r>
            <a:rPr lang="hu-HU" dirty="0"/>
            <a:t> Project: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hu-HU" dirty="0" err="1"/>
            <a:t>Establishing</a:t>
          </a:r>
          <a:r>
            <a:rPr lang="hu-HU" dirty="0"/>
            <a:t> site and </a:t>
          </a:r>
          <a:r>
            <a:rPr lang="hu-HU" dirty="0" err="1"/>
            <a:t>department-level</a:t>
          </a:r>
          <a:r>
            <a:rPr lang="hu-HU" dirty="0"/>
            <a:t> </a:t>
          </a:r>
          <a:r>
            <a:rPr lang="hu-HU" dirty="0" err="1"/>
            <a:t>network</a:t>
          </a:r>
          <a:r>
            <a:rPr lang="hu-HU" dirty="0"/>
            <a:t> </a:t>
          </a:r>
          <a:r>
            <a:rPr lang="hu-HU" dirty="0" err="1"/>
            <a:t>structure</a:t>
          </a:r>
          <a:r>
            <a:rPr lang="hu-HU" dirty="0"/>
            <a:t> </a:t>
          </a:r>
          <a:r>
            <a:rPr lang="hu-HU" dirty="0" err="1"/>
            <a:t>Providing</a:t>
          </a:r>
          <a:r>
            <a:rPr lang="hu-HU" dirty="0"/>
            <a:t> a </a:t>
          </a:r>
          <a:r>
            <a:rPr lang="hu-HU" dirty="0" err="1"/>
            <a:t>stable</a:t>
          </a:r>
          <a:r>
            <a:rPr lang="hu-HU" dirty="0"/>
            <a:t> </a:t>
          </a:r>
          <a:r>
            <a:rPr lang="hu-HU" dirty="0" err="1"/>
            <a:t>foundation</a:t>
          </a:r>
          <a:r>
            <a:rPr lang="hu-HU" dirty="0"/>
            <a:t> </a:t>
          </a:r>
          <a:r>
            <a:rPr lang="hu-HU" dirty="0" err="1"/>
            <a:t>for</a:t>
          </a:r>
          <a:r>
            <a:rPr lang="hu-HU" dirty="0"/>
            <a:t> </a:t>
          </a:r>
          <a:r>
            <a:rPr lang="hu-HU" dirty="0" err="1"/>
            <a:t>further</a:t>
          </a:r>
          <a:r>
            <a:rPr lang="hu-HU" dirty="0"/>
            <a:t> </a:t>
          </a:r>
          <a:r>
            <a:rPr lang="hu-HU" dirty="0" err="1"/>
            <a:t>configurations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82951E7F-C88D-4D4C-ADBF-747BA8EC4252}">
      <dgm:prSet/>
      <dgm:spPr/>
      <dgm:t>
        <a:bodyPr/>
        <a:lstStyle/>
        <a:p>
          <a:r>
            <a:rPr lang="en-US" dirty="0"/>
            <a:t>Basic configuration of routers and switches</a:t>
          </a:r>
        </a:p>
      </dgm:t>
    </dgm:pt>
    <dgm:pt modelId="{86BB7D05-5991-47B8-8F84-E78DD170A5E0}" type="parTrans" cxnId="{ABAFE7FF-D41E-424E-B186-F240F20F5DCA}">
      <dgm:prSet/>
      <dgm:spPr/>
      <dgm:t>
        <a:bodyPr/>
        <a:lstStyle/>
        <a:p>
          <a:endParaRPr lang="hu-HU"/>
        </a:p>
      </dgm:t>
    </dgm:pt>
    <dgm:pt modelId="{5BB8197F-7E7F-4A7B-A384-2C8E39497825}" type="sibTrans" cxnId="{ABAFE7FF-D41E-424E-B186-F240F20F5DCA}">
      <dgm:prSet/>
      <dgm:spPr/>
      <dgm:t>
        <a:bodyPr/>
        <a:lstStyle/>
        <a:p>
          <a:endParaRPr lang="hu-HU"/>
        </a:p>
      </dgm:t>
    </dgm:pt>
    <dgm:pt modelId="{1EFC6781-94B3-4024-A662-C0051AA51D08}">
      <dgm:prSet/>
      <dgm:spPr/>
      <dgm:t>
        <a:bodyPr/>
        <a:lstStyle/>
        <a:p>
          <a:r>
            <a:rPr lang="en-US" dirty="0"/>
            <a:t>Creating VLANs and connecting endpoints</a:t>
          </a:r>
        </a:p>
      </dgm:t>
    </dgm:pt>
    <dgm:pt modelId="{A654FB30-5B89-4384-91C9-C0947287F075}" type="parTrans" cxnId="{7D4C871E-B372-44CC-8719-3F83F3C74C9E}">
      <dgm:prSet/>
      <dgm:spPr/>
      <dgm:t>
        <a:bodyPr/>
        <a:lstStyle/>
        <a:p>
          <a:endParaRPr lang="hu-HU"/>
        </a:p>
      </dgm:t>
    </dgm:pt>
    <dgm:pt modelId="{C938B693-3516-4578-8E34-F2DFAA770F18}" type="sibTrans" cxnId="{7D4C871E-B372-44CC-8719-3F83F3C74C9E}">
      <dgm:prSet/>
      <dgm:spPr/>
      <dgm:t>
        <a:bodyPr/>
        <a:lstStyle/>
        <a:p>
          <a:endParaRPr lang="hu-HU"/>
        </a:p>
      </dgm:t>
    </dgm:pt>
    <dgm:pt modelId="{1B56FB88-32BF-485B-9328-2D71FC0A4833}">
      <dgm:prSet/>
      <dgm:spPr/>
      <dgm:t>
        <a:bodyPr/>
        <a:lstStyle/>
        <a:p>
          <a:r>
            <a:rPr lang="en-US" dirty="0"/>
            <a:t>Planning IP addressing (static and dynamic)</a:t>
          </a:r>
        </a:p>
      </dgm:t>
    </dgm:pt>
    <dgm:pt modelId="{551FF47D-370C-44F0-81B3-E8C8CDB1AEC3}" type="parTrans" cxnId="{0C46D186-7207-45FA-8236-DCB56B2380B3}">
      <dgm:prSet/>
      <dgm:spPr/>
      <dgm:t>
        <a:bodyPr/>
        <a:lstStyle/>
        <a:p>
          <a:endParaRPr lang="hu-HU"/>
        </a:p>
      </dgm:t>
    </dgm:pt>
    <dgm:pt modelId="{C2A094B4-2E9C-407B-825C-5599CC4D8CE4}" type="sibTrans" cxnId="{0C46D186-7207-45FA-8236-DCB56B2380B3}">
      <dgm:prSet/>
      <dgm:spPr/>
      <dgm:t>
        <a:bodyPr/>
        <a:lstStyle/>
        <a:p>
          <a:endParaRPr lang="hu-HU"/>
        </a:p>
      </dgm:t>
    </dgm:pt>
    <dgm:pt modelId="{DE663BCF-9430-4F51-B20A-3B9687F4C299}">
      <dgm:prSet/>
      <dgm:spPr/>
      <dgm:t>
        <a:bodyPr/>
        <a:lstStyle/>
        <a:p>
          <a:r>
            <a:rPr lang="en-US" dirty="0"/>
            <a:t>Testing connections (ping, traceroute)</a:t>
          </a:r>
        </a:p>
      </dgm:t>
    </dgm:pt>
    <dgm:pt modelId="{AB4CDB84-9DD3-4681-82F3-7F03A1130B7B}" type="parTrans" cxnId="{C5161A02-7F34-484A-9679-C31B60A7482E}">
      <dgm:prSet/>
      <dgm:spPr/>
      <dgm:t>
        <a:bodyPr/>
        <a:lstStyle/>
        <a:p>
          <a:endParaRPr lang="hu-HU"/>
        </a:p>
      </dgm:t>
    </dgm:pt>
    <dgm:pt modelId="{10411111-39AF-43B6-B0C2-BD02F5992BA4}" type="sibTrans" cxnId="{C5161A02-7F34-484A-9679-C31B60A7482E}">
      <dgm:prSet/>
      <dgm:spPr/>
      <dgm:t>
        <a:bodyPr/>
        <a:lstStyle/>
        <a:p>
          <a:endParaRPr lang="hu-HU"/>
        </a:p>
      </dgm:t>
    </dgm:pt>
    <dgm:pt modelId="{DD2D1355-A55C-4447-8DF2-15BD3A2A987D}" type="pres">
      <dgm:prSet presAssocID="{C1895C67-D646-4ED1-863B-6599F50D0314}" presName="linear" presStyleCnt="0">
        <dgm:presLayoutVars>
          <dgm:dir/>
          <dgm:animLvl val="lvl"/>
          <dgm:resizeHandles val="exact"/>
        </dgm:presLayoutVars>
      </dgm:prSet>
      <dgm:spPr/>
    </dgm:pt>
    <dgm:pt modelId="{B320221B-171C-BE4C-A042-F69D783055CA}" type="pres">
      <dgm:prSet presAssocID="{4228E321-899F-47A2-A874-B534F3B83143}" presName="parentLin" presStyleCnt="0"/>
      <dgm:spPr/>
    </dgm:pt>
    <dgm:pt modelId="{CE5C908C-237B-0549-8920-40FD2596AD05}" type="pres">
      <dgm:prSet presAssocID="{4228E321-899F-47A2-A874-B534F3B83143}" presName="parentLeftMargin" presStyleLbl="node1" presStyleIdx="0" presStyleCnt="2"/>
      <dgm:spPr/>
    </dgm:pt>
    <dgm:pt modelId="{35CF27D6-ED3B-4E40-A034-ABC1F9FEFBC1}" type="pres">
      <dgm:prSet presAssocID="{4228E321-899F-47A2-A874-B534F3B831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34B667-2B73-EA4A-AEFD-352B34D5555A}" type="pres">
      <dgm:prSet presAssocID="{4228E321-899F-47A2-A874-B534F3B83143}" presName="negativeSpace" presStyleCnt="0"/>
      <dgm:spPr/>
    </dgm:pt>
    <dgm:pt modelId="{BC975E39-828C-6A49-9B40-611F65DFA380}" type="pres">
      <dgm:prSet presAssocID="{4228E321-899F-47A2-A874-B534F3B83143}" presName="childText" presStyleLbl="conFgAcc1" presStyleIdx="0" presStyleCnt="2">
        <dgm:presLayoutVars>
          <dgm:bulletEnabled val="1"/>
        </dgm:presLayoutVars>
      </dgm:prSet>
      <dgm:spPr/>
    </dgm:pt>
    <dgm:pt modelId="{B484BA9C-994A-9849-9011-7C37D7325A6A}" type="pres">
      <dgm:prSet presAssocID="{470264E8-8E2E-4C71-8EE7-1ADCEA707CE0}" presName="spaceBetweenRectangles" presStyleCnt="0"/>
      <dgm:spPr/>
    </dgm:pt>
    <dgm:pt modelId="{09A36E46-CE1F-DE4E-9B8A-0590C65B8AF7}" type="pres">
      <dgm:prSet presAssocID="{31052613-B8D0-43D6-9C50-63DBF9999394}" presName="parentLin" presStyleCnt="0"/>
      <dgm:spPr/>
    </dgm:pt>
    <dgm:pt modelId="{2A47CCC2-89EE-F540-B7DF-164414CB0D11}" type="pres">
      <dgm:prSet presAssocID="{31052613-B8D0-43D6-9C50-63DBF9999394}" presName="parentLeftMargin" presStyleLbl="node1" presStyleIdx="0" presStyleCnt="2"/>
      <dgm:spPr/>
    </dgm:pt>
    <dgm:pt modelId="{2F01B9DB-C62C-4444-B4E4-5921EAF799EB}" type="pres">
      <dgm:prSet presAssocID="{31052613-B8D0-43D6-9C50-63DBF999939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27AB2F-768E-8C42-B3A8-C24C485BFC0C}" type="pres">
      <dgm:prSet presAssocID="{31052613-B8D0-43D6-9C50-63DBF9999394}" presName="negativeSpace" presStyleCnt="0"/>
      <dgm:spPr/>
    </dgm:pt>
    <dgm:pt modelId="{6EC4006E-E1DA-2D4C-A2B2-F9FDA48DA1C3}" type="pres">
      <dgm:prSet presAssocID="{31052613-B8D0-43D6-9C50-63DBF999939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5161A02-7F34-484A-9679-C31B60A7482E}" srcId="{4228E321-899F-47A2-A874-B534F3B83143}" destId="{DE663BCF-9430-4F51-B20A-3B9687F4C299}" srcOrd="4" destOrd="0" parTransId="{AB4CDB84-9DD3-4681-82F3-7F03A1130B7B}" sibTransId="{10411111-39AF-43B6-B0C2-BD02F5992BA4}"/>
    <dgm:cxn modelId="{2158540D-0C03-5947-99B5-7497AD796E05}" type="presOf" srcId="{4228E321-899F-47A2-A874-B534F3B83143}" destId="{CE5C908C-237B-0549-8920-40FD2596AD05}" srcOrd="0" destOrd="0" presId="urn:microsoft.com/office/officeart/2005/8/layout/list1"/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7D4C871E-B372-44CC-8719-3F83F3C74C9E}" srcId="{4228E321-899F-47A2-A874-B534F3B83143}" destId="{1EFC6781-94B3-4024-A662-C0051AA51D08}" srcOrd="2" destOrd="0" parTransId="{A654FB30-5B89-4384-91C9-C0947287F075}" sibTransId="{C938B693-3516-4578-8E34-F2DFAA770F18}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EC89C245-B1FF-944F-84FE-FA7CE9FC917A}" type="presOf" srcId="{31052613-B8D0-43D6-9C50-63DBF9999394}" destId="{2A47CCC2-89EE-F540-B7DF-164414CB0D11}" srcOrd="0" destOrd="0" presId="urn:microsoft.com/office/officeart/2005/8/layout/list1"/>
    <dgm:cxn modelId="{F6553357-893D-4629-A597-F5DB6FF54156}" type="presOf" srcId="{DE663BCF-9430-4F51-B20A-3B9687F4C299}" destId="{BC975E39-828C-6A49-9B40-611F65DFA380}" srcOrd="0" destOrd="4" presId="urn:microsoft.com/office/officeart/2005/8/layout/list1"/>
    <dgm:cxn modelId="{D7D93F6B-7FD3-D34C-8A88-7AD3EFE549D2}" type="presOf" srcId="{C1895C67-D646-4ED1-863B-6599F50D0314}" destId="{DD2D1355-A55C-4447-8DF2-15BD3A2A987D}" srcOrd="0" destOrd="0" presId="urn:microsoft.com/office/officeart/2005/8/layout/list1"/>
    <dgm:cxn modelId="{0C46D186-7207-45FA-8236-DCB56B2380B3}" srcId="{4228E321-899F-47A2-A874-B534F3B83143}" destId="{1B56FB88-32BF-485B-9328-2D71FC0A4833}" srcOrd="3" destOrd="0" parTransId="{551FF47D-370C-44F0-81B3-E8C8CDB1AEC3}" sibTransId="{C2A094B4-2E9C-407B-825C-5599CC4D8CE4}"/>
    <dgm:cxn modelId="{7C4EE490-4C0D-1444-A463-53A413A2C283}" type="presOf" srcId="{31052613-B8D0-43D6-9C50-63DBF9999394}" destId="{2F01B9DB-C62C-4444-B4E4-5921EAF799EB}" srcOrd="1" destOrd="0" presId="urn:microsoft.com/office/officeart/2005/8/layout/list1"/>
    <dgm:cxn modelId="{84ECFBA2-32A8-6F44-ADD5-DE3429AB75C0}" type="presOf" srcId="{58EBAD91-F292-4CA7-900F-B1A1DCA97BE0}" destId="{BC975E39-828C-6A49-9B40-611F65DFA380}" srcOrd="0" destOrd="0" presId="urn:microsoft.com/office/officeart/2005/8/layout/list1"/>
    <dgm:cxn modelId="{512ADAA5-7791-4583-9856-E178C49439A7}" type="presOf" srcId="{1B56FB88-32BF-485B-9328-2D71FC0A4833}" destId="{BC975E39-828C-6A49-9B40-611F65DFA380}" srcOrd="0" destOrd="3" presId="urn:microsoft.com/office/officeart/2005/8/layout/list1"/>
    <dgm:cxn modelId="{62D088B4-105D-48D5-BF70-33108E664D10}" type="presOf" srcId="{1EFC6781-94B3-4024-A662-C0051AA51D08}" destId="{BC975E39-828C-6A49-9B40-611F65DFA380}" srcOrd="0" destOrd="2" presId="urn:microsoft.com/office/officeart/2005/8/layout/list1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4F335EDE-A675-4777-BA54-278520F00BB5}" type="presOf" srcId="{82951E7F-C88D-4D4C-ADBF-747BA8EC4252}" destId="{BC975E39-828C-6A49-9B40-611F65DFA380}" srcOrd="0" destOrd="1" presId="urn:microsoft.com/office/officeart/2005/8/layout/list1"/>
    <dgm:cxn modelId="{51EA6EE6-69D8-4942-BAF5-D07F5EC115D7}" type="presOf" srcId="{4228E321-899F-47A2-A874-B534F3B83143}" destId="{35CF27D6-ED3B-4E40-A034-ABC1F9FEFBC1}" srcOrd="1" destOrd="0" presId="urn:microsoft.com/office/officeart/2005/8/layout/list1"/>
    <dgm:cxn modelId="{CABD58F5-0F7E-3042-9983-3EED1C29E87B}" type="presOf" srcId="{7AA24EC1-4D83-7B48-AC65-B9D1A42B4DAB}" destId="{6EC4006E-E1DA-2D4C-A2B2-F9FDA48DA1C3}" srcOrd="0" destOrd="0" presId="urn:microsoft.com/office/officeart/2005/8/layout/list1"/>
    <dgm:cxn modelId="{ABAFE7FF-D41E-424E-B186-F240F20F5DCA}" srcId="{4228E321-899F-47A2-A874-B534F3B83143}" destId="{82951E7F-C88D-4D4C-ADBF-747BA8EC4252}" srcOrd="1" destOrd="0" parTransId="{86BB7D05-5991-47B8-8F84-E78DD170A5E0}" sibTransId="{5BB8197F-7E7F-4A7B-A384-2C8E39497825}"/>
    <dgm:cxn modelId="{F45006C3-57A1-5C4B-9F7E-01FBEA34F5B5}" type="presParOf" srcId="{DD2D1355-A55C-4447-8DF2-15BD3A2A987D}" destId="{B320221B-171C-BE4C-A042-F69D783055CA}" srcOrd="0" destOrd="0" presId="urn:microsoft.com/office/officeart/2005/8/layout/list1"/>
    <dgm:cxn modelId="{735EA763-5328-BE44-AFF8-8EE61A480274}" type="presParOf" srcId="{B320221B-171C-BE4C-A042-F69D783055CA}" destId="{CE5C908C-237B-0549-8920-40FD2596AD05}" srcOrd="0" destOrd="0" presId="urn:microsoft.com/office/officeart/2005/8/layout/list1"/>
    <dgm:cxn modelId="{B75921AA-38F5-E84C-A8B3-818A3D00D173}" type="presParOf" srcId="{B320221B-171C-BE4C-A042-F69D783055CA}" destId="{35CF27D6-ED3B-4E40-A034-ABC1F9FEFBC1}" srcOrd="1" destOrd="0" presId="urn:microsoft.com/office/officeart/2005/8/layout/list1"/>
    <dgm:cxn modelId="{01A2D05E-9DF1-E849-81D9-1AFD2727264C}" type="presParOf" srcId="{DD2D1355-A55C-4447-8DF2-15BD3A2A987D}" destId="{BE34B667-2B73-EA4A-AEFD-352B34D5555A}" srcOrd="1" destOrd="0" presId="urn:microsoft.com/office/officeart/2005/8/layout/list1"/>
    <dgm:cxn modelId="{83A34071-9983-CD46-B98B-31915D48FA24}" type="presParOf" srcId="{DD2D1355-A55C-4447-8DF2-15BD3A2A987D}" destId="{BC975E39-828C-6A49-9B40-611F65DFA380}" srcOrd="2" destOrd="0" presId="urn:microsoft.com/office/officeart/2005/8/layout/list1"/>
    <dgm:cxn modelId="{C92B6D6B-BC11-234D-BEE7-A494F457785C}" type="presParOf" srcId="{DD2D1355-A55C-4447-8DF2-15BD3A2A987D}" destId="{B484BA9C-994A-9849-9011-7C37D7325A6A}" srcOrd="3" destOrd="0" presId="urn:microsoft.com/office/officeart/2005/8/layout/list1"/>
    <dgm:cxn modelId="{3FF89EDC-E825-0B48-97EC-954BE7D96699}" type="presParOf" srcId="{DD2D1355-A55C-4447-8DF2-15BD3A2A987D}" destId="{09A36E46-CE1F-DE4E-9B8A-0590C65B8AF7}" srcOrd="4" destOrd="0" presId="urn:microsoft.com/office/officeart/2005/8/layout/list1"/>
    <dgm:cxn modelId="{99350F59-D856-8F4C-B391-B276A3FBC531}" type="presParOf" srcId="{09A36E46-CE1F-DE4E-9B8A-0590C65B8AF7}" destId="{2A47CCC2-89EE-F540-B7DF-164414CB0D11}" srcOrd="0" destOrd="0" presId="urn:microsoft.com/office/officeart/2005/8/layout/list1"/>
    <dgm:cxn modelId="{BC6FAA4D-3219-AA4E-9EEE-7B4AD8A192AD}" type="presParOf" srcId="{09A36E46-CE1F-DE4E-9B8A-0590C65B8AF7}" destId="{2F01B9DB-C62C-4444-B4E4-5921EAF799EB}" srcOrd="1" destOrd="0" presId="urn:microsoft.com/office/officeart/2005/8/layout/list1"/>
    <dgm:cxn modelId="{2081EA3C-3BBA-D040-A21D-A013F50BFB11}" type="presParOf" srcId="{DD2D1355-A55C-4447-8DF2-15BD3A2A987D}" destId="{4D27AB2F-768E-8C42-B3A8-C24C485BFC0C}" srcOrd="5" destOrd="0" presId="urn:microsoft.com/office/officeart/2005/8/layout/list1"/>
    <dgm:cxn modelId="{3A618905-47A1-B84D-973B-6A810B008DEE}" type="presParOf" srcId="{DD2D1355-A55C-4447-8DF2-15BD3A2A987D}" destId="{6EC4006E-E1DA-2D4C-A2B2-F9FDA48DA1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 dirty="0"/>
            <a:t>Main </a:t>
          </a:r>
          <a:r>
            <a:rPr lang="hu-HU" dirty="0" err="1"/>
            <a:t>tasks</a:t>
          </a:r>
          <a:r>
            <a:rPr lang="hu-HU" dirty="0"/>
            <a:t>:</a:t>
          </a:r>
          <a:endParaRPr lang="en-US" dirty="0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en-US" dirty="0"/>
            <a:t>Create, update and track Jira tasks</a:t>
          </a:r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 err="1"/>
            <a:t>Contribution</a:t>
          </a:r>
          <a:r>
            <a:rPr lang="hu-HU" dirty="0"/>
            <a:t> </a:t>
          </a:r>
          <a:r>
            <a:rPr lang="hu-HU" dirty="0" err="1"/>
            <a:t>to</a:t>
          </a:r>
          <a:r>
            <a:rPr lang="hu-HU" dirty="0"/>
            <a:t> </a:t>
          </a:r>
          <a:r>
            <a:rPr lang="hu-HU" dirty="0" err="1"/>
            <a:t>the</a:t>
          </a:r>
          <a:r>
            <a:rPr lang="hu-HU" dirty="0"/>
            <a:t> project: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en-US" b="0" i="0" dirty="0"/>
            <a:t>Ensuring project transparency using Jira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D7D793DA-FD09-441B-B37A-D1B96EB17D32}">
      <dgm:prSet/>
      <dgm:spPr/>
      <dgm:t>
        <a:bodyPr/>
        <a:lstStyle/>
        <a:p>
          <a:r>
            <a:rPr lang="en-US" dirty="0"/>
            <a:t>Manage time spent (worklog) Complete network configuration tasks more easily Support testing process (record PASS / </a:t>
          </a:r>
          <a:r>
            <a:rPr lang="en-US" dirty="0" err="1"/>
            <a:t>FAlL</a:t>
          </a:r>
          <a:r>
            <a:rPr lang="en-US" dirty="0"/>
            <a:t> cases)</a:t>
          </a:r>
        </a:p>
      </dgm:t>
    </dgm:pt>
    <dgm:pt modelId="{93F4F07B-F9E0-4DE0-8006-3B0E16963803}" type="parTrans" cxnId="{2DED62AE-BBB2-43F6-BAF1-DE93A2BAAE65}">
      <dgm:prSet/>
      <dgm:spPr/>
    </dgm:pt>
    <dgm:pt modelId="{93434C78-530C-4E50-BEDF-5CF38B0C56A2}" type="sibTrans" cxnId="{2DED62AE-BBB2-43F6-BAF1-DE93A2BAAE65}">
      <dgm:prSet/>
      <dgm:spPr/>
    </dgm:pt>
    <dgm:pt modelId="{75EFEE8A-6B1E-4FBC-8416-5EFFC6D80F36}">
      <dgm:prSet/>
      <dgm:spPr/>
      <dgm:t>
        <a:bodyPr/>
        <a:lstStyle/>
        <a:p>
          <a:r>
            <a:rPr lang="en-US" dirty="0"/>
            <a:t>Addition and review documentation</a:t>
          </a:r>
        </a:p>
      </dgm:t>
    </dgm:pt>
    <dgm:pt modelId="{25FB6EDA-6908-44BD-AD01-E1BE498CF1E3}" type="parTrans" cxnId="{0E4CCA9E-B871-4C2D-BAD3-583B6EA1A17C}">
      <dgm:prSet/>
      <dgm:spPr/>
    </dgm:pt>
    <dgm:pt modelId="{D0BF96BB-7CD3-4F40-BF3B-04D0DB5F8767}" type="sibTrans" cxnId="{0E4CCA9E-B871-4C2D-BAD3-583B6EA1A17C}">
      <dgm:prSet/>
      <dgm:spPr/>
    </dgm:pt>
    <dgm:pt modelId="{11E18C3A-7B66-421A-A7A3-E1E49993B234}">
      <dgm:prSet/>
      <dgm:spPr/>
      <dgm:t>
        <a:bodyPr/>
        <a:lstStyle/>
        <a:p>
          <a:endParaRPr lang="hu-HU" dirty="0"/>
        </a:p>
      </dgm:t>
    </dgm:pt>
    <dgm:pt modelId="{B28E5856-AE4C-42E2-97F8-64116CCF12BC}" type="parTrans" cxnId="{9C75463D-DF0A-471B-BA50-E6C580ABFC30}">
      <dgm:prSet/>
      <dgm:spPr/>
      <dgm:t>
        <a:bodyPr/>
        <a:lstStyle/>
        <a:p>
          <a:endParaRPr lang="hu-HU"/>
        </a:p>
      </dgm:t>
    </dgm:pt>
    <dgm:pt modelId="{665F2E64-87AE-486A-BF06-91D70B1DF47E}" type="sibTrans" cxnId="{9C75463D-DF0A-471B-BA50-E6C580ABFC30}">
      <dgm:prSet/>
      <dgm:spPr/>
      <dgm:t>
        <a:bodyPr/>
        <a:lstStyle/>
        <a:p>
          <a:endParaRPr lang="hu-HU"/>
        </a:p>
      </dgm:t>
    </dgm:pt>
    <dgm:pt modelId="{EE4A9D82-5892-4680-A3F1-CCFA1897B5EC}">
      <dgm:prSet/>
      <dgm:spPr/>
      <dgm:t>
        <a:bodyPr/>
        <a:lstStyle/>
        <a:p>
          <a:r>
            <a:rPr lang="en-US" b="0" i="0" dirty="0"/>
            <a:t>Administrative and technical support for the team</a:t>
          </a:r>
          <a:endParaRPr lang="en-US" dirty="0"/>
        </a:p>
      </dgm:t>
    </dgm:pt>
    <dgm:pt modelId="{51D65842-1529-449F-BBB1-ECEC2DD06F5B}" type="parTrans" cxnId="{6FE800B0-D05B-4BF0-9F60-5E1AEFB83155}">
      <dgm:prSet/>
      <dgm:spPr/>
    </dgm:pt>
    <dgm:pt modelId="{E8D1B89C-0219-45DC-A88C-415B9E2609DA}" type="sibTrans" cxnId="{6FE800B0-D05B-4BF0-9F60-5E1AEFB83155}">
      <dgm:prSet/>
      <dgm:spPr/>
    </dgm:pt>
    <dgm:pt modelId="{FF0777A3-F8C1-407E-8473-FA8854259EF0}">
      <dgm:prSet/>
      <dgm:spPr/>
      <dgm:t>
        <a:bodyPr/>
        <a:lstStyle/>
        <a:p>
          <a:r>
            <a:rPr lang="en-US" b="0" i="0" dirty="0"/>
            <a:t>Assisting with testing and documentation tasks</a:t>
          </a:r>
          <a:endParaRPr lang="en-US" dirty="0"/>
        </a:p>
      </dgm:t>
    </dgm:pt>
    <dgm:pt modelId="{D9B3107D-40E1-4A47-A56C-CB263EF5867F}" type="parTrans" cxnId="{4947F9BF-402D-49D1-95C3-F30469BD9CC8}">
      <dgm:prSet/>
      <dgm:spPr/>
    </dgm:pt>
    <dgm:pt modelId="{B4CCC6F8-7444-4BFA-A221-FFD3EE334F66}" type="sibTrans" cxnId="{4947F9BF-402D-49D1-95C3-F30469BD9CC8}">
      <dgm:prSet/>
      <dgm:spPr/>
    </dgm:pt>
    <dgm:pt modelId="{08713243-DF81-BB4D-8CDD-3BD46B2B5BFF}" type="pres">
      <dgm:prSet presAssocID="{C1895C67-D646-4ED1-863B-6599F50D0314}" presName="Name0" presStyleCnt="0">
        <dgm:presLayoutVars>
          <dgm:dir/>
          <dgm:animLvl val="lvl"/>
          <dgm:resizeHandles val="exact"/>
        </dgm:presLayoutVars>
      </dgm:prSet>
      <dgm:spPr/>
    </dgm:pt>
    <dgm:pt modelId="{5B568BBD-4524-8545-BD5E-95715CE2A87C}" type="pres">
      <dgm:prSet presAssocID="{4228E321-899F-47A2-A874-B534F3B83143}" presName="composite" presStyleCnt="0"/>
      <dgm:spPr/>
    </dgm:pt>
    <dgm:pt modelId="{1F71EA1B-D041-BA45-8138-0BA04CF5A2E6}" type="pres">
      <dgm:prSet presAssocID="{4228E321-899F-47A2-A874-B534F3B83143}" presName="parTx" presStyleLbl="alignNode1" presStyleIdx="0" presStyleCnt="2" custLinFactNeighborX="-1" custLinFactNeighborY="-2830">
        <dgm:presLayoutVars>
          <dgm:chMax val="0"/>
          <dgm:chPref val="0"/>
          <dgm:bulletEnabled val="1"/>
        </dgm:presLayoutVars>
      </dgm:prSet>
      <dgm:spPr/>
    </dgm:pt>
    <dgm:pt modelId="{98EEE2F4-45D8-6846-9DBC-9908893138B4}" type="pres">
      <dgm:prSet presAssocID="{4228E321-899F-47A2-A874-B534F3B83143}" presName="desTx" presStyleLbl="alignAccFollowNode1" presStyleIdx="0" presStyleCnt="2">
        <dgm:presLayoutVars>
          <dgm:bulletEnabled val="1"/>
        </dgm:presLayoutVars>
      </dgm:prSet>
      <dgm:spPr/>
    </dgm:pt>
    <dgm:pt modelId="{6710B455-7574-1742-BF9D-240773010A38}" type="pres">
      <dgm:prSet presAssocID="{470264E8-8E2E-4C71-8EE7-1ADCEA707CE0}" presName="space" presStyleCnt="0"/>
      <dgm:spPr/>
    </dgm:pt>
    <dgm:pt modelId="{BADA41D9-F826-DD41-A09A-34F48FDFCE4C}" type="pres">
      <dgm:prSet presAssocID="{31052613-B8D0-43D6-9C50-63DBF9999394}" presName="composite" presStyleCnt="0"/>
      <dgm:spPr/>
    </dgm:pt>
    <dgm:pt modelId="{8EB472FE-945F-7446-99D5-5B9261F8B987}" type="pres">
      <dgm:prSet presAssocID="{31052613-B8D0-43D6-9C50-63DBF999939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D77586D-6AC4-3049-93BA-85E85212072E}" type="pres">
      <dgm:prSet presAssocID="{31052613-B8D0-43D6-9C50-63DBF999939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48F57732-D40A-4CE5-8C8F-C6B15757B3F6}" type="presOf" srcId="{D7D793DA-FD09-441B-B37A-D1B96EB17D32}" destId="{98EEE2F4-45D8-6846-9DBC-9908893138B4}" srcOrd="0" destOrd="1" presId="urn:microsoft.com/office/officeart/2005/8/layout/hList1"/>
    <dgm:cxn modelId="{AE931437-506E-7545-8192-437E691F0A21}" type="presOf" srcId="{4228E321-899F-47A2-A874-B534F3B83143}" destId="{1F71EA1B-D041-BA45-8138-0BA04CF5A2E6}" srcOrd="0" destOrd="0" presId="urn:microsoft.com/office/officeart/2005/8/layout/hList1"/>
    <dgm:cxn modelId="{9C75463D-DF0A-471B-BA50-E6C580ABFC30}" srcId="{31052613-B8D0-43D6-9C50-63DBF9999394}" destId="{11E18C3A-7B66-421A-A7A3-E1E49993B234}" srcOrd="3" destOrd="0" parTransId="{B28E5856-AE4C-42E2-97F8-64116CCF12BC}" sibTransId="{665F2E64-87AE-486A-BF06-91D70B1DF47E}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AD5CD95E-34FF-4004-B55D-512759A9947D}" type="presOf" srcId="{75EFEE8A-6B1E-4FBC-8416-5EFFC6D80F36}" destId="{98EEE2F4-45D8-6846-9DBC-9908893138B4}" srcOrd="0" destOrd="2" presId="urn:microsoft.com/office/officeart/2005/8/layout/hList1"/>
    <dgm:cxn modelId="{78DBE061-D3DD-4324-BD84-01AF19C99F65}" type="presOf" srcId="{EE4A9D82-5892-4680-A3F1-CCFA1897B5EC}" destId="{AD77586D-6AC4-3049-93BA-85E85212072E}" srcOrd="0" destOrd="1" presId="urn:microsoft.com/office/officeart/2005/8/layout/hList1"/>
    <dgm:cxn modelId="{B3513891-AE76-B94E-98DF-0C5A1D52F45B}" type="presOf" srcId="{C1895C67-D646-4ED1-863B-6599F50D0314}" destId="{08713243-DF81-BB4D-8CDD-3BD46B2B5BFF}" srcOrd="0" destOrd="0" presId="urn:microsoft.com/office/officeart/2005/8/layout/hList1"/>
    <dgm:cxn modelId="{0E4CCA9E-B871-4C2D-BAD3-583B6EA1A17C}" srcId="{4228E321-899F-47A2-A874-B534F3B83143}" destId="{75EFEE8A-6B1E-4FBC-8416-5EFFC6D80F36}" srcOrd="2" destOrd="0" parTransId="{25FB6EDA-6908-44BD-AD01-E1BE498CF1E3}" sibTransId="{D0BF96BB-7CD3-4F40-BF3B-04D0DB5F8767}"/>
    <dgm:cxn modelId="{2DED62AE-BBB2-43F6-BAF1-DE93A2BAAE65}" srcId="{4228E321-899F-47A2-A874-B534F3B83143}" destId="{D7D793DA-FD09-441B-B37A-D1B96EB17D32}" srcOrd="1" destOrd="0" parTransId="{93F4F07B-F9E0-4DE0-8006-3B0E16963803}" sibTransId="{93434C78-530C-4E50-BEDF-5CF38B0C56A2}"/>
    <dgm:cxn modelId="{6FE800B0-D05B-4BF0-9F60-5E1AEFB83155}" srcId="{31052613-B8D0-43D6-9C50-63DBF9999394}" destId="{EE4A9D82-5892-4680-A3F1-CCFA1897B5EC}" srcOrd="1" destOrd="0" parTransId="{51D65842-1529-449F-BBB1-ECEC2DD06F5B}" sibTransId="{E8D1B89C-0219-45DC-A88C-415B9E2609DA}"/>
    <dgm:cxn modelId="{8D1CC2B6-FE48-4985-8BBE-1B9CFFF82671}" type="presOf" srcId="{FF0777A3-F8C1-407E-8473-FA8854259EF0}" destId="{AD77586D-6AC4-3049-93BA-85E85212072E}" srcOrd="0" destOrd="2" presId="urn:microsoft.com/office/officeart/2005/8/layout/hList1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AD2853BF-E06D-EB49-9A46-A110F45B98E8}" type="presOf" srcId="{58EBAD91-F292-4CA7-900F-B1A1DCA97BE0}" destId="{98EEE2F4-45D8-6846-9DBC-9908893138B4}" srcOrd="0" destOrd="0" presId="urn:microsoft.com/office/officeart/2005/8/layout/hList1"/>
    <dgm:cxn modelId="{4947F9BF-402D-49D1-95C3-F30469BD9CC8}" srcId="{31052613-B8D0-43D6-9C50-63DBF9999394}" destId="{FF0777A3-F8C1-407E-8473-FA8854259EF0}" srcOrd="2" destOrd="0" parTransId="{D9B3107D-40E1-4A47-A56C-CB263EF5867F}" sibTransId="{B4CCC6F8-7444-4BFA-A221-FFD3EE334F66}"/>
    <dgm:cxn modelId="{F6F0D8CC-4BCA-054B-ABC5-CBFEE56EE065}" type="presOf" srcId="{31052613-B8D0-43D6-9C50-63DBF9999394}" destId="{8EB472FE-945F-7446-99D5-5B9261F8B987}" srcOrd="0" destOrd="0" presId="urn:microsoft.com/office/officeart/2005/8/layout/hList1"/>
    <dgm:cxn modelId="{A4C7B6DD-F49F-FA44-9857-C216CB2687A4}" type="presOf" srcId="{7AA24EC1-4D83-7B48-AC65-B9D1A42B4DAB}" destId="{AD77586D-6AC4-3049-93BA-85E85212072E}" srcOrd="0" destOrd="0" presId="urn:microsoft.com/office/officeart/2005/8/layout/hList1"/>
    <dgm:cxn modelId="{9F857DF8-3284-4D8E-9E40-13B3B78B62C8}" type="presOf" srcId="{11E18C3A-7B66-421A-A7A3-E1E49993B234}" destId="{AD77586D-6AC4-3049-93BA-85E85212072E}" srcOrd="0" destOrd="3" presId="urn:microsoft.com/office/officeart/2005/8/layout/hList1"/>
    <dgm:cxn modelId="{0D78B1A9-D84C-254B-8020-FFDB11017DE7}" type="presParOf" srcId="{08713243-DF81-BB4D-8CDD-3BD46B2B5BFF}" destId="{5B568BBD-4524-8545-BD5E-95715CE2A87C}" srcOrd="0" destOrd="0" presId="urn:microsoft.com/office/officeart/2005/8/layout/hList1"/>
    <dgm:cxn modelId="{50E3993F-D412-3846-8ED9-01FC8627DE15}" type="presParOf" srcId="{5B568BBD-4524-8545-BD5E-95715CE2A87C}" destId="{1F71EA1B-D041-BA45-8138-0BA04CF5A2E6}" srcOrd="0" destOrd="0" presId="urn:microsoft.com/office/officeart/2005/8/layout/hList1"/>
    <dgm:cxn modelId="{8D4C775D-8654-BB49-A964-28F4A972B358}" type="presParOf" srcId="{5B568BBD-4524-8545-BD5E-95715CE2A87C}" destId="{98EEE2F4-45D8-6846-9DBC-9908893138B4}" srcOrd="1" destOrd="0" presId="urn:microsoft.com/office/officeart/2005/8/layout/hList1"/>
    <dgm:cxn modelId="{55217FFF-3389-514F-8739-9F973F16C498}" type="presParOf" srcId="{08713243-DF81-BB4D-8CDD-3BD46B2B5BFF}" destId="{6710B455-7574-1742-BF9D-240773010A38}" srcOrd="1" destOrd="0" presId="urn:microsoft.com/office/officeart/2005/8/layout/hList1"/>
    <dgm:cxn modelId="{1918870F-061D-4647-A42E-AB38CFC70285}" type="presParOf" srcId="{08713243-DF81-BB4D-8CDD-3BD46B2B5BFF}" destId="{BADA41D9-F826-DD41-A09A-34F48FDFCE4C}" srcOrd="2" destOrd="0" presId="urn:microsoft.com/office/officeart/2005/8/layout/hList1"/>
    <dgm:cxn modelId="{4447B603-C918-D041-AF2E-B9C40055DF2E}" type="presParOf" srcId="{BADA41D9-F826-DD41-A09A-34F48FDFCE4C}" destId="{8EB472FE-945F-7446-99D5-5B9261F8B987}" srcOrd="0" destOrd="0" presId="urn:microsoft.com/office/officeart/2005/8/layout/hList1"/>
    <dgm:cxn modelId="{37220460-5922-BC44-894E-67A6667B2CD4}" type="presParOf" srcId="{BADA41D9-F826-DD41-A09A-34F48FDFCE4C}" destId="{AD77586D-6AC4-3049-93BA-85E85212072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AE37B1-BDEF-435C-8A4D-F4410401F09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8290C40-4423-4EE0-9D92-5FBC9CE8F14C}">
      <dgm:prSet/>
      <dgm:spPr/>
      <dgm:t>
        <a:bodyPr/>
        <a:lstStyle/>
        <a:p>
          <a:r>
            <a:rPr lang="hu-HU" dirty="0"/>
            <a:t>The </a:t>
          </a:r>
          <a:r>
            <a:rPr lang="hu-HU" dirty="0" err="1"/>
            <a:t>network</a:t>
          </a:r>
          <a:r>
            <a:rPr lang="hu-HU" dirty="0"/>
            <a:t> </a:t>
          </a:r>
          <a:r>
            <a:rPr lang="hu-HU" dirty="0" err="1"/>
            <a:t>models</a:t>
          </a:r>
          <a:r>
            <a:rPr lang="hu-HU" dirty="0"/>
            <a:t> </a:t>
          </a:r>
          <a:r>
            <a:rPr lang="hu-HU" dirty="0" err="1"/>
            <a:t>the</a:t>
          </a:r>
          <a:r>
            <a:rPr lang="hu-HU" dirty="0"/>
            <a:t> </a:t>
          </a:r>
          <a:r>
            <a:rPr lang="hu-HU" dirty="0" err="1"/>
            <a:t>operation</a:t>
          </a:r>
          <a:r>
            <a:rPr lang="hu-HU" dirty="0"/>
            <a:t> of a </a:t>
          </a:r>
          <a:r>
            <a:rPr lang="hu-HU" dirty="0" err="1"/>
            <a:t>medium-sized</a:t>
          </a:r>
          <a:r>
            <a:rPr lang="hu-HU" dirty="0"/>
            <a:t> </a:t>
          </a:r>
          <a:r>
            <a:rPr lang="hu-HU" dirty="0" err="1"/>
            <a:t>company</a:t>
          </a:r>
          <a:r>
            <a:rPr lang="hu-HU" dirty="0"/>
            <a:t> </a:t>
          </a:r>
          <a:r>
            <a:rPr lang="hu-HU" dirty="0" err="1"/>
            <a:t>with</a:t>
          </a:r>
          <a:r>
            <a:rPr lang="hu-HU" dirty="0"/>
            <a:t> </a:t>
          </a:r>
          <a:r>
            <a:rPr lang="hu-HU" dirty="0" err="1"/>
            <a:t>multiple</a:t>
          </a:r>
          <a:r>
            <a:rPr lang="hu-HU" dirty="0"/>
            <a:t> </a:t>
          </a:r>
          <a:r>
            <a:rPr lang="hu-HU" dirty="0" err="1"/>
            <a:t>departments</a:t>
          </a:r>
          <a:endParaRPr lang="en-US" dirty="0"/>
        </a:p>
      </dgm:t>
    </dgm:pt>
    <dgm:pt modelId="{D5B6E3A8-8BA7-4863-9F50-144451D72DEB}" type="parTrans" cxnId="{3FB92C15-7D61-4207-BB6F-C6E9E39F6AEC}">
      <dgm:prSet/>
      <dgm:spPr/>
      <dgm:t>
        <a:bodyPr/>
        <a:lstStyle/>
        <a:p>
          <a:endParaRPr lang="en-US"/>
        </a:p>
      </dgm:t>
    </dgm:pt>
    <dgm:pt modelId="{2FA0B6FB-6415-49EF-B719-561B56660AFC}" type="sibTrans" cxnId="{3FB92C15-7D61-4207-BB6F-C6E9E39F6AEC}">
      <dgm:prSet/>
      <dgm:spPr/>
      <dgm:t>
        <a:bodyPr/>
        <a:lstStyle/>
        <a:p>
          <a:endParaRPr lang="en-US"/>
        </a:p>
      </dgm:t>
    </dgm:pt>
    <dgm:pt modelId="{28C15D5C-3519-4F71-88EC-A94F588DE486}">
      <dgm:prSet/>
      <dgm:spPr/>
      <dgm:t>
        <a:bodyPr/>
        <a:lstStyle/>
        <a:p>
          <a:r>
            <a:rPr lang="hu-HU" dirty="0"/>
            <a:t>The </a:t>
          </a:r>
          <a:r>
            <a:rPr lang="hu-HU" dirty="0" err="1"/>
            <a:t>network</a:t>
          </a:r>
          <a:r>
            <a:rPr lang="hu-HU" dirty="0"/>
            <a:t> is </a:t>
          </a:r>
          <a:r>
            <a:rPr lang="hu-HU" dirty="0" err="1"/>
            <a:t>segmented</a:t>
          </a:r>
          <a:r>
            <a:rPr lang="hu-HU" dirty="0"/>
            <a:t> </a:t>
          </a:r>
          <a:r>
            <a:rPr lang="hu-HU" dirty="0" err="1"/>
            <a:t>with</a:t>
          </a:r>
          <a:r>
            <a:rPr lang="hu-HU" dirty="0"/>
            <a:t> </a:t>
          </a:r>
          <a:r>
            <a:rPr lang="hu-HU" dirty="0" err="1"/>
            <a:t>VLANs</a:t>
          </a:r>
          <a:r>
            <a:rPr lang="hu-HU" dirty="0"/>
            <a:t>, </a:t>
          </a:r>
          <a:r>
            <a:rPr lang="hu-HU" dirty="0" err="1"/>
            <a:t>each</a:t>
          </a:r>
          <a:r>
            <a:rPr lang="hu-HU" dirty="0"/>
            <a:t> </a:t>
          </a:r>
          <a:r>
            <a:rPr lang="hu-HU" dirty="0" err="1"/>
            <a:t>department</a:t>
          </a:r>
          <a:r>
            <a:rPr lang="hu-HU" dirty="0"/>
            <a:t> </a:t>
          </a:r>
          <a:r>
            <a:rPr lang="hu-HU" dirty="0" err="1"/>
            <a:t>having</a:t>
          </a:r>
          <a:r>
            <a:rPr lang="hu-HU" dirty="0"/>
            <a:t> </a:t>
          </a:r>
          <a:r>
            <a:rPr lang="hu-HU" dirty="0" err="1"/>
            <a:t>its</a:t>
          </a:r>
          <a:r>
            <a:rPr lang="hu-HU" dirty="0"/>
            <a:t> </a:t>
          </a:r>
          <a:r>
            <a:rPr lang="hu-HU" dirty="0" err="1"/>
            <a:t>own</a:t>
          </a:r>
          <a:r>
            <a:rPr lang="hu-HU" dirty="0"/>
            <a:t> </a:t>
          </a:r>
          <a:r>
            <a:rPr lang="hu-HU" dirty="0" err="1"/>
            <a:t>subnet</a:t>
          </a:r>
          <a:endParaRPr lang="en-US" dirty="0"/>
        </a:p>
      </dgm:t>
    </dgm:pt>
    <dgm:pt modelId="{E148E238-A7F3-415E-A6EB-32C25EF4BBB0}" type="parTrans" cxnId="{94D7AC22-536F-47EC-9899-BC54FAA6D685}">
      <dgm:prSet/>
      <dgm:spPr/>
      <dgm:t>
        <a:bodyPr/>
        <a:lstStyle/>
        <a:p>
          <a:endParaRPr lang="en-US"/>
        </a:p>
      </dgm:t>
    </dgm:pt>
    <dgm:pt modelId="{6AB58E75-8BEE-4055-B1C6-A6B442E8E62E}" type="sibTrans" cxnId="{94D7AC22-536F-47EC-9899-BC54FAA6D685}">
      <dgm:prSet/>
      <dgm:spPr/>
      <dgm:t>
        <a:bodyPr/>
        <a:lstStyle/>
        <a:p>
          <a:endParaRPr lang="en-US"/>
        </a:p>
      </dgm:t>
    </dgm:pt>
    <dgm:pt modelId="{8D2A2475-5F98-42AD-8ABD-839348A68AA8}">
      <dgm:prSet/>
      <dgm:spPr/>
      <dgm:t>
        <a:bodyPr/>
        <a:lstStyle/>
        <a:p>
          <a:r>
            <a:rPr lang="hu-HU" dirty="0" err="1"/>
            <a:t>Inter</a:t>
          </a:r>
          <a:r>
            <a:rPr lang="hu-HU" dirty="0"/>
            <a:t>-VLAN </a:t>
          </a:r>
          <a:r>
            <a:rPr lang="hu-HU" dirty="0" err="1"/>
            <a:t>routing</a:t>
          </a:r>
          <a:r>
            <a:rPr lang="hu-HU" dirty="0"/>
            <a:t> </a:t>
          </a:r>
          <a:r>
            <a:rPr lang="hu-HU" dirty="0" err="1"/>
            <a:t>enables</a:t>
          </a:r>
          <a:r>
            <a:rPr lang="hu-HU" dirty="0"/>
            <a:t> </a:t>
          </a:r>
          <a:r>
            <a:rPr lang="hu-HU" dirty="0" err="1"/>
            <a:t>communication</a:t>
          </a:r>
          <a:r>
            <a:rPr lang="hu-HU" dirty="0"/>
            <a:t> </a:t>
          </a:r>
          <a:r>
            <a:rPr lang="hu-HU" dirty="0" err="1"/>
            <a:t>between</a:t>
          </a:r>
          <a:r>
            <a:rPr lang="hu-HU" dirty="0"/>
            <a:t> </a:t>
          </a:r>
          <a:r>
            <a:rPr lang="hu-HU" dirty="0" err="1"/>
            <a:t>VLANs</a:t>
          </a:r>
          <a:endParaRPr lang="en-US" dirty="0"/>
        </a:p>
      </dgm:t>
    </dgm:pt>
    <dgm:pt modelId="{6BF38F11-F282-4807-B0FC-FC9A5D53FAAD}" type="parTrans" cxnId="{4A596585-57A4-4914-8AA4-E1F3F18DFF8A}">
      <dgm:prSet/>
      <dgm:spPr/>
      <dgm:t>
        <a:bodyPr/>
        <a:lstStyle/>
        <a:p>
          <a:endParaRPr lang="en-US"/>
        </a:p>
      </dgm:t>
    </dgm:pt>
    <dgm:pt modelId="{0712ED74-FFC3-459D-AC4A-2AAAE475F6B1}" type="sibTrans" cxnId="{4A596585-57A4-4914-8AA4-E1F3F18DFF8A}">
      <dgm:prSet/>
      <dgm:spPr/>
      <dgm:t>
        <a:bodyPr/>
        <a:lstStyle/>
        <a:p>
          <a:endParaRPr lang="en-US"/>
        </a:p>
      </dgm:t>
    </dgm:pt>
    <dgm:pt modelId="{E895F371-4610-45EC-8B80-D34C97F12BCD}">
      <dgm:prSet/>
      <dgm:spPr/>
      <dgm:t>
        <a:bodyPr/>
        <a:lstStyle/>
        <a:p>
          <a:r>
            <a:rPr lang="hu-HU" sz="1800" dirty="0" err="1"/>
            <a:t>Core</a:t>
          </a:r>
          <a:r>
            <a:rPr lang="hu-HU" sz="1800" dirty="0"/>
            <a:t> </a:t>
          </a:r>
          <a:r>
            <a:rPr lang="hu-HU" sz="1800" dirty="0" err="1"/>
            <a:t>network</a:t>
          </a:r>
          <a:r>
            <a:rPr lang="hu-HU" sz="1800" dirty="0"/>
            <a:t> </a:t>
          </a:r>
          <a:r>
            <a:rPr lang="hu-HU" sz="1800" dirty="0" err="1"/>
            <a:t>services</a:t>
          </a:r>
          <a:r>
            <a:rPr lang="hu-HU" sz="1800" dirty="0"/>
            <a:t> </a:t>
          </a:r>
          <a:r>
            <a:rPr lang="hu-HU" sz="1800" dirty="0" err="1"/>
            <a:t>include</a:t>
          </a:r>
          <a:r>
            <a:rPr lang="hu-HU" sz="1800" dirty="0"/>
            <a:t>:</a:t>
          </a:r>
          <a:endParaRPr lang="en-US" sz="1800" dirty="0"/>
        </a:p>
      </dgm:t>
    </dgm:pt>
    <dgm:pt modelId="{38C08E96-967E-491E-A03A-2C9A1B9269A7}" type="parTrans" cxnId="{989102F5-2A74-4D5A-8E21-FFBD8507C223}">
      <dgm:prSet/>
      <dgm:spPr/>
      <dgm:t>
        <a:bodyPr/>
        <a:lstStyle/>
        <a:p>
          <a:endParaRPr lang="en-US"/>
        </a:p>
      </dgm:t>
    </dgm:pt>
    <dgm:pt modelId="{0D6553C5-2588-4B94-808A-665BE012399D}" type="sibTrans" cxnId="{989102F5-2A74-4D5A-8E21-FFBD8507C223}">
      <dgm:prSet/>
      <dgm:spPr/>
      <dgm:t>
        <a:bodyPr/>
        <a:lstStyle/>
        <a:p>
          <a:endParaRPr lang="en-US"/>
        </a:p>
      </dgm:t>
    </dgm:pt>
    <dgm:pt modelId="{874D72BC-A6B2-4A39-B2AC-98CF651703AA}">
      <dgm:prSet custT="1"/>
      <dgm:spPr/>
      <dgm:t>
        <a:bodyPr/>
        <a:lstStyle/>
        <a:p>
          <a:r>
            <a:rPr lang="hu-HU" sz="1700" dirty="0"/>
            <a:t>DHCP </a:t>
          </a:r>
          <a:endParaRPr lang="en-US" sz="1700" dirty="0"/>
        </a:p>
      </dgm:t>
    </dgm:pt>
    <dgm:pt modelId="{58E91A2D-6501-42E0-817E-02B886ED4060}" type="parTrans" cxnId="{9138FFB5-5402-4EEC-ABE2-0ED1507A5ECD}">
      <dgm:prSet/>
      <dgm:spPr/>
      <dgm:t>
        <a:bodyPr/>
        <a:lstStyle/>
        <a:p>
          <a:endParaRPr lang="en-US"/>
        </a:p>
      </dgm:t>
    </dgm:pt>
    <dgm:pt modelId="{8945613D-C61D-4C70-B7D7-4C971139F78C}" type="sibTrans" cxnId="{9138FFB5-5402-4EEC-ABE2-0ED1507A5ECD}">
      <dgm:prSet/>
      <dgm:spPr/>
      <dgm:t>
        <a:bodyPr/>
        <a:lstStyle/>
        <a:p>
          <a:endParaRPr lang="en-US"/>
        </a:p>
      </dgm:t>
    </dgm:pt>
    <dgm:pt modelId="{93AC653A-11A1-4BBB-B32A-CAEEC3825045}">
      <dgm:prSet custT="1"/>
      <dgm:spPr/>
      <dgm:t>
        <a:bodyPr/>
        <a:lstStyle/>
        <a:p>
          <a:r>
            <a:rPr lang="hu-HU" sz="1700" dirty="0"/>
            <a:t>DNS </a:t>
          </a:r>
          <a:endParaRPr lang="en-US" sz="1700" dirty="0"/>
        </a:p>
      </dgm:t>
    </dgm:pt>
    <dgm:pt modelId="{7868858A-40E9-4DA3-BEC8-60A392DF2E1C}" type="parTrans" cxnId="{670575C1-ADFF-48F9-BA06-78AA1FEF9DBE}">
      <dgm:prSet/>
      <dgm:spPr/>
      <dgm:t>
        <a:bodyPr/>
        <a:lstStyle/>
        <a:p>
          <a:endParaRPr lang="en-US"/>
        </a:p>
      </dgm:t>
    </dgm:pt>
    <dgm:pt modelId="{596EAF49-6301-4CD1-A5F1-D84851FCA6AB}" type="sibTrans" cxnId="{670575C1-ADFF-48F9-BA06-78AA1FEF9DBE}">
      <dgm:prSet/>
      <dgm:spPr/>
      <dgm:t>
        <a:bodyPr/>
        <a:lstStyle/>
        <a:p>
          <a:endParaRPr lang="en-US"/>
        </a:p>
      </dgm:t>
    </dgm:pt>
    <dgm:pt modelId="{B6A3416C-5BC0-48F9-A7E4-3F8F40E7BF88}">
      <dgm:prSet custT="1"/>
      <dgm:spPr/>
      <dgm:t>
        <a:bodyPr/>
        <a:lstStyle/>
        <a:p>
          <a:r>
            <a:rPr lang="hu-HU" sz="1700" dirty="0"/>
            <a:t>FTP and Web server</a:t>
          </a:r>
          <a:endParaRPr lang="en-US" sz="1700" dirty="0"/>
        </a:p>
      </dgm:t>
    </dgm:pt>
    <dgm:pt modelId="{620BF7D4-E4AE-4328-A811-BCC6A454697E}" type="parTrans" cxnId="{7588DC36-F981-48DB-8943-AADE0143D775}">
      <dgm:prSet/>
      <dgm:spPr/>
      <dgm:t>
        <a:bodyPr/>
        <a:lstStyle/>
        <a:p>
          <a:endParaRPr lang="en-US"/>
        </a:p>
      </dgm:t>
    </dgm:pt>
    <dgm:pt modelId="{4963E715-75A7-41DD-870E-DCCF51AF682E}" type="sibTrans" cxnId="{7588DC36-F981-48DB-8943-AADE0143D775}">
      <dgm:prSet/>
      <dgm:spPr/>
      <dgm:t>
        <a:bodyPr/>
        <a:lstStyle/>
        <a:p>
          <a:endParaRPr lang="en-US"/>
        </a:p>
      </dgm:t>
    </dgm:pt>
    <dgm:pt modelId="{AC2A5962-212D-4B7B-B0BF-8AA758BB225A}">
      <dgm:prSet/>
      <dgm:spPr/>
      <dgm:t>
        <a:bodyPr/>
        <a:lstStyle/>
        <a:p>
          <a:r>
            <a:rPr lang="hu-HU" dirty="0" err="1"/>
            <a:t>Security</a:t>
          </a:r>
          <a:r>
            <a:rPr lang="hu-HU" dirty="0"/>
            <a:t> is </a:t>
          </a:r>
          <a:r>
            <a:rPr lang="hu-HU" dirty="0" err="1"/>
            <a:t>ensured</a:t>
          </a:r>
          <a:r>
            <a:rPr lang="hu-HU" dirty="0"/>
            <a:t> </a:t>
          </a:r>
          <a:r>
            <a:rPr lang="hu-HU" dirty="0" err="1"/>
            <a:t>via</a:t>
          </a:r>
          <a:r>
            <a:rPr lang="hu-HU" dirty="0"/>
            <a:t> </a:t>
          </a:r>
          <a:r>
            <a:rPr lang="hu-HU" dirty="0" err="1"/>
            <a:t>ACLs</a:t>
          </a:r>
          <a:r>
            <a:rPr lang="hu-HU" dirty="0"/>
            <a:t>, port </a:t>
          </a:r>
          <a:r>
            <a:rPr lang="hu-HU" dirty="0" err="1"/>
            <a:t>security</a:t>
          </a:r>
          <a:r>
            <a:rPr lang="hu-HU" dirty="0"/>
            <a:t>, and NAT</a:t>
          </a:r>
          <a:endParaRPr lang="en-US" dirty="0"/>
        </a:p>
      </dgm:t>
    </dgm:pt>
    <dgm:pt modelId="{B59AD820-DE98-435D-BAC2-CFB9297F1E86}" type="parTrans" cxnId="{7774E1A1-5595-43B6-8A97-9191D5FCBC1A}">
      <dgm:prSet/>
      <dgm:spPr/>
      <dgm:t>
        <a:bodyPr/>
        <a:lstStyle/>
        <a:p>
          <a:endParaRPr lang="en-US"/>
        </a:p>
      </dgm:t>
    </dgm:pt>
    <dgm:pt modelId="{E862AD49-A93C-4293-A4FD-DE2FFE1D3914}" type="sibTrans" cxnId="{7774E1A1-5595-43B6-8A97-9191D5FCBC1A}">
      <dgm:prSet/>
      <dgm:spPr/>
      <dgm:t>
        <a:bodyPr/>
        <a:lstStyle/>
        <a:p>
          <a:endParaRPr lang="en-US"/>
        </a:p>
      </dgm:t>
    </dgm:pt>
    <dgm:pt modelId="{AA0316C9-3AF9-4EDB-AFA4-91B0A961A98B}">
      <dgm:prSet/>
      <dgm:spPr/>
      <dgm:t>
        <a:bodyPr/>
        <a:lstStyle/>
        <a:p>
          <a:r>
            <a:rPr lang="hu-HU" dirty="0"/>
            <a:t>The </a:t>
          </a:r>
          <a:r>
            <a:rPr lang="hu-HU" dirty="0" err="1"/>
            <a:t>prototype</a:t>
          </a:r>
          <a:r>
            <a:rPr lang="hu-HU" dirty="0"/>
            <a:t> </a:t>
          </a:r>
          <a:r>
            <a:rPr lang="hu-HU" dirty="0" err="1"/>
            <a:t>was</a:t>
          </a:r>
          <a:r>
            <a:rPr lang="hu-HU" dirty="0"/>
            <a:t> </a:t>
          </a:r>
          <a:r>
            <a:rPr lang="hu-HU" dirty="0" err="1"/>
            <a:t>created</a:t>
          </a:r>
          <a:r>
            <a:rPr lang="hu-HU" dirty="0"/>
            <a:t> in Cisco </a:t>
          </a:r>
          <a:r>
            <a:rPr lang="hu-HU" dirty="0" err="1"/>
            <a:t>Packet</a:t>
          </a:r>
          <a:r>
            <a:rPr lang="hu-HU" dirty="0"/>
            <a:t> </a:t>
          </a:r>
          <a:r>
            <a:rPr lang="hu-HU" dirty="0" err="1"/>
            <a:t>Tracer</a:t>
          </a:r>
          <a:r>
            <a:rPr lang="hu-HU" dirty="0"/>
            <a:t>, </a:t>
          </a:r>
          <a:r>
            <a:rPr lang="hu-HU" dirty="0" err="1"/>
            <a:t>simulating</a:t>
          </a:r>
          <a:r>
            <a:rPr lang="hu-HU" dirty="0"/>
            <a:t> a </a:t>
          </a:r>
          <a:r>
            <a:rPr lang="hu-HU" dirty="0" err="1"/>
            <a:t>real</a:t>
          </a:r>
          <a:r>
            <a:rPr lang="hu-HU" dirty="0"/>
            <a:t> </a:t>
          </a:r>
          <a:r>
            <a:rPr lang="hu-HU" dirty="0" err="1"/>
            <a:t>corporate</a:t>
          </a:r>
          <a:r>
            <a:rPr lang="hu-HU" dirty="0"/>
            <a:t> </a:t>
          </a:r>
          <a:r>
            <a:rPr lang="hu-HU" dirty="0" err="1"/>
            <a:t>environment</a:t>
          </a:r>
          <a:endParaRPr lang="en-US" dirty="0"/>
        </a:p>
      </dgm:t>
    </dgm:pt>
    <dgm:pt modelId="{3295EC14-D3A3-488B-92EE-F70BEA6A2831}" type="parTrans" cxnId="{004733B3-0FA2-4EB9-9CC1-15ABF6C368EA}">
      <dgm:prSet/>
      <dgm:spPr/>
      <dgm:t>
        <a:bodyPr/>
        <a:lstStyle/>
        <a:p>
          <a:endParaRPr lang="en-US"/>
        </a:p>
      </dgm:t>
    </dgm:pt>
    <dgm:pt modelId="{C7AD6D57-2F9E-4ED7-9196-E96291C8F316}" type="sibTrans" cxnId="{004733B3-0FA2-4EB9-9CC1-15ABF6C368EA}">
      <dgm:prSet/>
      <dgm:spPr/>
      <dgm:t>
        <a:bodyPr/>
        <a:lstStyle/>
        <a:p>
          <a:endParaRPr lang="en-US"/>
        </a:p>
      </dgm:t>
    </dgm:pt>
    <dgm:pt modelId="{88B39B0A-B36F-9747-A9D7-7E66A9674C54}" type="pres">
      <dgm:prSet presAssocID="{21AE37B1-BDEF-435C-8A4D-F4410401F09B}" presName="Name0" presStyleCnt="0">
        <dgm:presLayoutVars>
          <dgm:dir/>
          <dgm:resizeHandles val="exact"/>
        </dgm:presLayoutVars>
      </dgm:prSet>
      <dgm:spPr/>
    </dgm:pt>
    <dgm:pt modelId="{604DE686-B15F-614B-A728-103C26DAE8F2}" type="pres">
      <dgm:prSet presAssocID="{E8290C40-4423-4EE0-9D92-5FBC9CE8F14C}" presName="node" presStyleLbl="node1" presStyleIdx="0" presStyleCnt="6">
        <dgm:presLayoutVars>
          <dgm:bulletEnabled val="1"/>
        </dgm:presLayoutVars>
      </dgm:prSet>
      <dgm:spPr/>
    </dgm:pt>
    <dgm:pt modelId="{EC44C1A9-2038-DB4E-8A26-FD3A5F2BDF54}" type="pres">
      <dgm:prSet presAssocID="{2FA0B6FB-6415-49EF-B719-561B56660AFC}" presName="sibTrans" presStyleLbl="sibTrans1D1" presStyleIdx="0" presStyleCnt="5"/>
      <dgm:spPr/>
    </dgm:pt>
    <dgm:pt modelId="{8B24EBDE-8FB9-9042-91C8-CAD62C429CCE}" type="pres">
      <dgm:prSet presAssocID="{2FA0B6FB-6415-49EF-B719-561B56660AFC}" presName="connectorText" presStyleLbl="sibTrans1D1" presStyleIdx="0" presStyleCnt="5"/>
      <dgm:spPr/>
    </dgm:pt>
    <dgm:pt modelId="{6DF2C9C0-92D3-7940-A71A-C38E9A81E784}" type="pres">
      <dgm:prSet presAssocID="{28C15D5C-3519-4F71-88EC-A94F588DE486}" presName="node" presStyleLbl="node1" presStyleIdx="1" presStyleCnt="6">
        <dgm:presLayoutVars>
          <dgm:bulletEnabled val="1"/>
        </dgm:presLayoutVars>
      </dgm:prSet>
      <dgm:spPr/>
    </dgm:pt>
    <dgm:pt modelId="{CE6BC82F-D054-0A41-B927-7E5653652C9C}" type="pres">
      <dgm:prSet presAssocID="{6AB58E75-8BEE-4055-B1C6-A6B442E8E62E}" presName="sibTrans" presStyleLbl="sibTrans1D1" presStyleIdx="1" presStyleCnt="5"/>
      <dgm:spPr/>
    </dgm:pt>
    <dgm:pt modelId="{32997169-005E-9944-BD85-189C519E5F1D}" type="pres">
      <dgm:prSet presAssocID="{6AB58E75-8BEE-4055-B1C6-A6B442E8E62E}" presName="connectorText" presStyleLbl="sibTrans1D1" presStyleIdx="1" presStyleCnt="5"/>
      <dgm:spPr/>
    </dgm:pt>
    <dgm:pt modelId="{9C193AAD-62A6-6648-B2C5-5A5819F034FD}" type="pres">
      <dgm:prSet presAssocID="{8D2A2475-5F98-42AD-8ABD-839348A68AA8}" presName="node" presStyleLbl="node1" presStyleIdx="2" presStyleCnt="6">
        <dgm:presLayoutVars>
          <dgm:bulletEnabled val="1"/>
        </dgm:presLayoutVars>
      </dgm:prSet>
      <dgm:spPr/>
    </dgm:pt>
    <dgm:pt modelId="{FE6F09F6-D376-6149-BCBD-DA5417886B0B}" type="pres">
      <dgm:prSet presAssocID="{0712ED74-FFC3-459D-AC4A-2AAAE475F6B1}" presName="sibTrans" presStyleLbl="sibTrans1D1" presStyleIdx="2" presStyleCnt="5"/>
      <dgm:spPr/>
    </dgm:pt>
    <dgm:pt modelId="{B7032396-34DB-A64B-955C-B4EF9F4B72A5}" type="pres">
      <dgm:prSet presAssocID="{0712ED74-FFC3-459D-AC4A-2AAAE475F6B1}" presName="connectorText" presStyleLbl="sibTrans1D1" presStyleIdx="2" presStyleCnt="5"/>
      <dgm:spPr/>
    </dgm:pt>
    <dgm:pt modelId="{BFB972B3-0160-8641-8CCA-FC6A14EE3E6D}" type="pres">
      <dgm:prSet presAssocID="{E895F371-4610-45EC-8B80-D34C97F12BCD}" presName="node" presStyleLbl="node1" presStyleIdx="3" presStyleCnt="6">
        <dgm:presLayoutVars>
          <dgm:bulletEnabled val="1"/>
        </dgm:presLayoutVars>
      </dgm:prSet>
      <dgm:spPr/>
    </dgm:pt>
    <dgm:pt modelId="{1C0AAE58-19C4-C14E-8E23-1237A8AC6D6E}" type="pres">
      <dgm:prSet presAssocID="{0D6553C5-2588-4B94-808A-665BE012399D}" presName="sibTrans" presStyleLbl="sibTrans1D1" presStyleIdx="3" presStyleCnt="5"/>
      <dgm:spPr/>
    </dgm:pt>
    <dgm:pt modelId="{BF8C5607-4C8F-3B48-949C-1ACF359C1244}" type="pres">
      <dgm:prSet presAssocID="{0D6553C5-2588-4B94-808A-665BE012399D}" presName="connectorText" presStyleLbl="sibTrans1D1" presStyleIdx="3" presStyleCnt="5"/>
      <dgm:spPr/>
    </dgm:pt>
    <dgm:pt modelId="{1614AE06-978D-024E-ACDF-A5A0121134B0}" type="pres">
      <dgm:prSet presAssocID="{AC2A5962-212D-4B7B-B0BF-8AA758BB225A}" presName="node" presStyleLbl="node1" presStyleIdx="4" presStyleCnt="6">
        <dgm:presLayoutVars>
          <dgm:bulletEnabled val="1"/>
        </dgm:presLayoutVars>
      </dgm:prSet>
      <dgm:spPr/>
    </dgm:pt>
    <dgm:pt modelId="{DEA8623D-50C0-AF41-95A4-AC776D3ED7B2}" type="pres">
      <dgm:prSet presAssocID="{E862AD49-A93C-4293-A4FD-DE2FFE1D3914}" presName="sibTrans" presStyleLbl="sibTrans1D1" presStyleIdx="4" presStyleCnt="5"/>
      <dgm:spPr/>
    </dgm:pt>
    <dgm:pt modelId="{11FF05A6-8DDA-F34C-B951-B1EA51A9DEF5}" type="pres">
      <dgm:prSet presAssocID="{E862AD49-A93C-4293-A4FD-DE2FFE1D3914}" presName="connectorText" presStyleLbl="sibTrans1D1" presStyleIdx="4" presStyleCnt="5"/>
      <dgm:spPr/>
    </dgm:pt>
    <dgm:pt modelId="{C76EB184-633B-5044-B3BD-145799AA6A5E}" type="pres">
      <dgm:prSet presAssocID="{AA0316C9-3AF9-4EDB-AFA4-91B0A961A98B}" presName="node" presStyleLbl="node1" presStyleIdx="5" presStyleCnt="6">
        <dgm:presLayoutVars>
          <dgm:bulletEnabled val="1"/>
        </dgm:presLayoutVars>
      </dgm:prSet>
      <dgm:spPr/>
    </dgm:pt>
  </dgm:ptLst>
  <dgm:cxnLst>
    <dgm:cxn modelId="{F0EE9301-FDA6-0B40-9742-99606C0928CC}" type="presOf" srcId="{0712ED74-FFC3-459D-AC4A-2AAAE475F6B1}" destId="{FE6F09F6-D376-6149-BCBD-DA5417886B0B}" srcOrd="0" destOrd="0" presId="urn:microsoft.com/office/officeart/2016/7/layout/RepeatingBendingProcessNew"/>
    <dgm:cxn modelId="{03246D09-A9FA-5945-BD22-6F4B0D6D7898}" type="presOf" srcId="{0D6553C5-2588-4B94-808A-665BE012399D}" destId="{BF8C5607-4C8F-3B48-949C-1ACF359C1244}" srcOrd="1" destOrd="0" presId="urn:microsoft.com/office/officeart/2016/7/layout/RepeatingBendingProcessNew"/>
    <dgm:cxn modelId="{FA93CB0F-0FC8-9A4F-9B4A-8B7411C17291}" type="presOf" srcId="{21AE37B1-BDEF-435C-8A4D-F4410401F09B}" destId="{88B39B0A-B36F-9747-A9D7-7E66A9674C54}" srcOrd="0" destOrd="0" presId="urn:microsoft.com/office/officeart/2016/7/layout/RepeatingBendingProcessNew"/>
    <dgm:cxn modelId="{3FB92C15-7D61-4207-BB6F-C6E9E39F6AEC}" srcId="{21AE37B1-BDEF-435C-8A4D-F4410401F09B}" destId="{E8290C40-4423-4EE0-9D92-5FBC9CE8F14C}" srcOrd="0" destOrd="0" parTransId="{D5B6E3A8-8BA7-4863-9F50-144451D72DEB}" sibTransId="{2FA0B6FB-6415-49EF-B719-561B56660AFC}"/>
    <dgm:cxn modelId="{94D7AC22-536F-47EC-9899-BC54FAA6D685}" srcId="{21AE37B1-BDEF-435C-8A4D-F4410401F09B}" destId="{28C15D5C-3519-4F71-88EC-A94F588DE486}" srcOrd="1" destOrd="0" parTransId="{E148E238-A7F3-415E-A6EB-32C25EF4BBB0}" sibTransId="{6AB58E75-8BEE-4055-B1C6-A6B442E8E62E}"/>
    <dgm:cxn modelId="{BA55B62A-8B26-1745-8530-671D1F83C5C3}" type="presOf" srcId="{2FA0B6FB-6415-49EF-B719-561B56660AFC}" destId="{EC44C1A9-2038-DB4E-8A26-FD3A5F2BDF54}" srcOrd="0" destOrd="0" presId="urn:microsoft.com/office/officeart/2016/7/layout/RepeatingBendingProcessNew"/>
    <dgm:cxn modelId="{1A313932-C30A-A745-B678-8D5C14FF2081}" type="presOf" srcId="{8D2A2475-5F98-42AD-8ABD-839348A68AA8}" destId="{9C193AAD-62A6-6648-B2C5-5A5819F034FD}" srcOrd="0" destOrd="0" presId="urn:microsoft.com/office/officeart/2016/7/layout/RepeatingBendingProcessNew"/>
    <dgm:cxn modelId="{2E793736-DF77-6342-ADF6-64037FF7ADAD}" type="presOf" srcId="{E862AD49-A93C-4293-A4FD-DE2FFE1D3914}" destId="{DEA8623D-50C0-AF41-95A4-AC776D3ED7B2}" srcOrd="0" destOrd="0" presId="urn:microsoft.com/office/officeart/2016/7/layout/RepeatingBendingProcessNew"/>
    <dgm:cxn modelId="{7588DC36-F981-48DB-8943-AADE0143D775}" srcId="{E895F371-4610-45EC-8B80-D34C97F12BCD}" destId="{B6A3416C-5BC0-48F9-A7E4-3F8F40E7BF88}" srcOrd="2" destOrd="0" parTransId="{620BF7D4-E4AE-4328-A811-BCC6A454697E}" sibTransId="{4963E715-75A7-41DD-870E-DCCF51AF682E}"/>
    <dgm:cxn modelId="{0E4B2740-5893-FF42-B66B-F7AA808BED9F}" type="presOf" srcId="{6AB58E75-8BEE-4055-B1C6-A6B442E8E62E}" destId="{32997169-005E-9944-BD85-189C519E5F1D}" srcOrd="1" destOrd="0" presId="urn:microsoft.com/office/officeart/2016/7/layout/RepeatingBendingProcessNew"/>
    <dgm:cxn modelId="{4E6AED50-A930-5047-A33E-BEA318FFAFB4}" type="presOf" srcId="{E862AD49-A93C-4293-A4FD-DE2FFE1D3914}" destId="{11FF05A6-8DDA-F34C-B951-B1EA51A9DEF5}" srcOrd="1" destOrd="0" presId="urn:microsoft.com/office/officeart/2016/7/layout/RepeatingBendingProcessNew"/>
    <dgm:cxn modelId="{F87D0B59-60E0-AB41-8CED-3C5F8D157B85}" type="presOf" srcId="{0712ED74-FFC3-459D-AC4A-2AAAE475F6B1}" destId="{B7032396-34DB-A64B-955C-B4EF9F4B72A5}" srcOrd="1" destOrd="0" presId="urn:microsoft.com/office/officeart/2016/7/layout/RepeatingBendingProcessNew"/>
    <dgm:cxn modelId="{15FF9659-9FA6-314C-9FBE-AFF8820E6C7C}" type="presOf" srcId="{28C15D5C-3519-4F71-88EC-A94F588DE486}" destId="{6DF2C9C0-92D3-7940-A71A-C38E9A81E784}" srcOrd="0" destOrd="0" presId="urn:microsoft.com/office/officeart/2016/7/layout/RepeatingBendingProcessNew"/>
    <dgm:cxn modelId="{4A596585-57A4-4914-8AA4-E1F3F18DFF8A}" srcId="{21AE37B1-BDEF-435C-8A4D-F4410401F09B}" destId="{8D2A2475-5F98-42AD-8ABD-839348A68AA8}" srcOrd="2" destOrd="0" parTransId="{6BF38F11-F282-4807-B0FC-FC9A5D53FAAD}" sibTransId="{0712ED74-FFC3-459D-AC4A-2AAAE475F6B1}"/>
    <dgm:cxn modelId="{B43A6885-E6C0-6B49-84EF-318C650A622F}" type="presOf" srcId="{93AC653A-11A1-4BBB-B32A-CAEEC3825045}" destId="{BFB972B3-0160-8641-8CCA-FC6A14EE3E6D}" srcOrd="0" destOrd="2" presId="urn:microsoft.com/office/officeart/2016/7/layout/RepeatingBendingProcessNew"/>
    <dgm:cxn modelId="{072F6F86-14DC-5F49-93B8-81E1FEC67137}" type="presOf" srcId="{6AB58E75-8BEE-4055-B1C6-A6B442E8E62E}" destId="{CE6BC82F-D054-0A41-B927-7E5653652C9C}" srcOrd="0" destOrd="0" presId="urn:microsoft.com/office/officeart/2016/7/layout/RepeatingBendingProcessNew"/>
    <dgm:cxn modelId="{28627086-5DE1-6F4B-A117-D8679C836D9A}" type="presOf" srcId="{0D6553C5-2588-4B94-808A-665BE012399D}" destId="{1C0AAE58-19C4-C14E-8E23-1237A8AC6D6E}" srcOrd="0" destOrd="0" presId="urn:microsoft.com/office/officeart/2016/7/layout/RepeatingBendingProcessNew"/>
    <dgm:cxn modelId="{7E911099-C920-4A40-AD89-F6C8E5215CE7}" type="presOf" srcId="{B6A3416C-5BC0-48F9-A7E4-3F8F40E7BF88}" destId="{BFB972B3-0160-8641-8CCA-FC6A14EE3E6D}" srcOrd="0" destOrd="3" presId="urn:microsoft.com/office/officeart/2016/7/layout/RepeatingBendingProcessNew"/>
    <dgm:cxn modelId="{0E2DB59A-7A39-BB49-8878-E302DE5906BE}" type="presOf" srcId="{E8290C40-4423-4EE0-9D92-5FBC9CE8F14C}" destId="{604DE686-B15F-614B-A728-103C26DAE8F2}" srcOrd="0" destOrd="0" presId="urn:microsoft.com/office/officeart/2016/7/layout/RepeatingBendingProcessNew"/>
    <dgm:cxn modelId="{7774E1A1-5595-43B6-8A97-9191D5FCBC1A}" srcId="{21AE37B1-BDEF-435C-8A4D-F4410401F09B}" destId="{AC2A5962-212D-4B7B-B0BF-8AA758BB225A}" srcOrd="4" destOrd="0" parTransId="{B59AD820-DE98-435D-BAC2-CFB9297F1E86}" sibTransId="{E862AD49-A93C-4293-A4FD-DE2FFE1D3914}"/>
    <dgm:cxn modelId="{19FDE7AA-D45E-024E-B605-ECC9363F9207}" type="presOf" srcId="{AC2A5962-212D-4B7B-B0BF-8AA758BB225A}" destId="{1614AE06-978D-024E-ACDF-A5A0121134B0}" srcOrd="0" destOrd="0" presId="urn:microsoft.com/office/officeart/2016/7/layout/RepeatingBendingProcessNew"/>
    <dgm:cxn modelId="{434DDDAB-A24D-2141-AEEB-BE03F5A201C5}" type="presOf" srcId="{2FA0B6FB-6415-49EF-B719-561B56660AFC}" destId="{8B24EBDE-8FB9-9042-91C8-CAD62C429CCE}" srcOrd="1" destOrd="0" presId="urn:microsoft.com/office/officeart/2016/7/layout/RepeatingBendingProcessNew"/>
    <dgm:cxn modelId="{004733B3-0FA2-4EB9-9CC1-15ABF6C368EA}" srcId="{21AE37B1-BDEF-435C-8A4D-F4410401F09B}" destId="{AA0316C9-3AF9-4EDB-AFA4-91B0A961A98B}" srcOrd="5" destOrd="0" parTransId="{3295EC14-D3A3-488B-92EE-F70BEA6A2831}" sibTransId="{C7AD6D57-2F9E-4ED7-9196-E96291C8F316}"/>
    <dgm:cxn modelId="{9138FFB5-5402-4EEC-ABE2-0ED1507A5ECD}" srcId="{E895F371-4610-45EC-8B80-D34C97F12BCD}" destId="{874D72BC-A6B2-4A39-B2AC-98CF651703AA}" srcOrd="0" destOrd="0" parTransId="{58E91A2D-6501-42E0-817E-02B886ED4060}" sibTransId="{8945613D-C61D-4C70-B7D7-4C971139F78C}"/>
    <dgm:cxn modelId="{670575C1-ADFF-48F9-BA06-78AA1FEF9DBE}" srcId="{E895F371-4610-45EC-8B80-D34C97F12BCD}" destId="{93AC653A-11A1-4BBB-B32A-CAEEC3825045}" srcOrd="1" destOrd="0" parTransId="{7868858A-40E9-4DA3-BEC8-60A392DF2E1C}" sibTransId="{596EAF49-6301-4CD1-A5F1-D84851FCA6AB}"/>
    <dgm:cxn modelId="{2DF578CA-A0D3-8F42-8EF7-71A79AD09C54}" type="presOf" srcId="{E895F371-4610-45EC-8B80-D34C97F12BCD}" destId="{BFB972B3-0160-8641-8CCA-FC6A14EE3E6D}" srcOrd="0" destOrd="0" presId="urn:microsoft.com/office/officeart/2016/7/layout/RepeatingBendingProcessNew"/>
    <dgm:cxn modelId="{830B10E7-3AFF-9044-8075-36D350B58625}" type="presOf" srcId="{AA0316C9-3AF9-4EDB-AFA4-91B0A961A98B}" destId="{C76EB184-633B-5044-B3BD-145799AA6A5E}" srcOrd="0" destOrd="0" presId="urn:microsoft.com/office/officeart/2016/7/layout/RepeatingBendingProcessNew"/>
    <dgm:cxn modelId="{12D0CAF1-5B66-C749-82FC-005B722BD99E}" type="presOf" srcId="{874D72BC-A6B2-4A39-B2AC-98CF651703AA}" destId="{BFB972B3-0160-8641-8CCA-FC6A14EE3E6D}" srcOrd="0" destOrd="1" presId="urn:microsoft.com/office/officeart/2016/7/layout/RepeatingBendingProcessNew"/>
    <dgm:cxn modelId="{989102F5-2A74-4D5A-8E21-FFBD8507C223}" srcId="{21AE37B1-BDEF-435C-8A4D-F4410401F09B}" destId="{E895F371-4610-45EC-8B80-D34C97F12BCD}" srcOrd="3" destOrd="0" parTransId="{38C08E96-967E-491E-A03A-2C9A1B9269A7}" sibTransId="{0D6553C5-2588-4B94-808A-665BE012399D}"/>
    <dgm:cxn modelId="{0D4E86F1-B935-F04A-99B6-CAB58D360590}" type="presParOf" srcId="{88B39B0A-B36F-9747-A9D7-7E66A9674C54}" destId="{604DE686-B15F-614B-A728-103C26DAE8F2}" srcOrd="0" destOrd="0" presId="urn:microsoft.com/office/officeart/2016/7/layout/RepeatingBendingProcessNew"/>
    <dgm:cxn modelId="{F4CE9057-6289-3F4B-85F2-176AEC387428}" type="presParOf" srcId="{88B39B0A-B36F-9747-A9D7-7E66A9674C54}" destId="{EC44C1A9-2038-DB4E-8A26-FD3A5F2BDF54}" srcOrd="1" destOrd="0" presId="urn:microsoft.com/office/officeart/2016/7/layout/RepeatingBendingProcessNew"/>
    <dgm:cxn modelId="{75ACC917-6FF3-254C-90B0-625ED66353D0}" type="presParOf" srcId="{EC44C1A9-2038-DB4E-8A26-FD3A5F2BDF54}" destId="{8B24EBDE-8FB9-9042-91C8-CAD62C429CCE}" srcOrd="0" destOrd="0" presId="urn:microsoft.com/office/officeart/2016/7/layout/RepeatingBendingProcessNew"/>
    <dgm:cxn modelId="{75FD8250-9314-1746-BA26-2C398C4AE29C}" type="presParOf" srcId="{88B39B0A-B36F-9747-A9D7-7E66A9674C54}" destId="{6DF2C9C0-92D3-7940-A71A-C38E9A81E784}" srcOrd="2" destOrd="0" presId="urn:microsoft.com/office/officeart/2016/7/layout/RepeatingBendingProcessNew"/>
    <dgm:cxn modelId="{08B7CEA8-36F9-DA42-8F87-DEBDDF7C8AB1}" type="presParOf" srcId="{88B39B0A-B36F-9747-A9D7-7E66A9674C54}" destId="{CE6BC82F-D054-0A41-B927-7E5653652C9C}" srcOrd="3" destOrd="0" presId="urn:microsoft.com/office/officeart/2016/7/layout/RepeatingBendingProcessNew"/>
    <dgm:cxn modelId="{FFDEB89E-3388-044D-AF93-372555A39CB4}" type="presParOf" srcId="{CE6BC82F-D054-0A41-B927-7E5653652C9C}" destId="{32997169-005E-9944-BD85-189C519E5F1D}" srcOrd="0" destOrd="0" presId="urn:microsoft.com/office/officeart/2016/7/layout/RepeatingBendingProcessNew"/>
    <dgm:cxn modelId="{1788BD83-1CD8-674D-B0BC-D10C0319D2E7}" type="presParOf" srcId="{88B39B0A-B36F-9747-A9D7-7E66A9674C54}" destId="{9C193AAD-62A6-6648-B2C5-5A5819F034FD}" srcOrd="4" destOrd="0" presId="urn:microsoft.com/office/officeart/2016/7/layout/RepeatingBendingProcessNew"/>
    <dgm:cxn modelId="{EE98834A-4573-884F-9217-6835B86764AD}" type="presParOf" srcId="{88B39B0A-B36F-9747-A9D7-7E66A9674C54}" destId="{FE6F09F6-D376-6149-BCBD-DA5417886B0B}" srcOrd="5" destOrd="0" presId="urn:microsoft.com/office/officeart/2016/7/layout/RepeatingBendingProcessNew"/>
    <dgm:cxn modelId="{1A79D828-7676-234C-B423-CE99A1651A55}" type="presParOf" srcId="{FE6F09F6-D376-6149-BCBD-DA5417886B0B}" destId="{B7032396-34DB-A64B-955C-B4EF9F4B72A5}" srcOrd="0" destOrd="0" presId="urn:microsoft.com/office/officeart/2016/7/layout/RepeatingBendingProcessNew"/>
    <dgm:cxn modelId="{B09AA52A-B933-7B4D-A2F1-0CA1AFC4C6BA}" type="presParOf" srcId="{88B39B0A-B36F-9747-A9D7-7E66A9674C54}" destId="{BFB972B3-0160-8641-8CCA-FC6A14EE3E6D}" srcOrd="6" destOrd="0" presId="urn:microsoft.com/office/officeart/2016/7/layout/RepeatingBendingProcessNew"/>
    <dgm:cxn modelId="{97C3C4CF-2C9B-E54C-888E-09945CE8DF30}" type="presParOf" srcId="{88B39B0A-B36F-9747-A9D7-7E66A9674C54}" destId="{1C0AAE58-19C4-C14E-8E23-1237A8AC6D6E}" srcOrd="7" destOrd="0" presId="urn:microsoft.com/office/officeart/2016/7/layout/RepeatingBendingProcessNew"/>
    <dgm:cxn modelId="{2B08F08E-A8DF-4846-9497-A889A9AE7E7A}" type="presParOf" srcId="{1C0AAE58-19C4-C14E-8E23-1237A8AC6D6E}" destId="{BF8C5607-4C8F-3B48-949C-1ACF359C1244}" srcOrd="0" destOrd="0" presId="urn:microsoft.com/office/officeart/2016/7/layout/RepeatingBendingProcessNew"/>
    <dgm:cxn modelId="{5F867F6D-09BB-6840-8387-E61D936DC707}" type="presParOf" srcId="{88B39B0A-B36F-9747-A9D7-7E66A9674C54}" destId="{1614AE06-978D-024E-ACDF-A5A0121134B0}" srcOrd="8" destOrd="0" presId="urn:microsoft.com/office/officeart/2016/7/layout/RepeatingBendingProcessNew"/>
    <dgm:cxn modelId="{9D896E08-DB31-C14C-A643-A09E0F3955B7}" type="presParOf" srcId="{88B39B0A-B36F-9747-A9D7-7E66A9674C54}" destId="{DEA8623D-50C0-AF41-95A4-AC776D3ED7B2}" srcOrd="9" destOrd="0" presId="urn:microsoft.com/office/officeart/2016/7/layout/RepeatingBendingProcessNew"/>
    <dgm:cxn modelId="{43E1C9F4-C512-6548-B0D3-76BC6DDBBDC0}" type="presParOf" srcId="{DEA8623D-50C0-AF41-95A4-AC776D3ED7B2}" destId="{11FF05A6-8DDA-F34C-B951-B1EA51A9DEF5}" srcOrd="0" destOrd="0" presId="urn:microsoft.com/office/officeart/2016/7/layout/RepeatingBendingProcessNew"/>
    <dgm:cxn modelId="{B2544266-63CF-4445-AB93-29737556BD0D}" type="presParOf" srcId="{88B39B0A-B36F-9747-A9D7-7E66A9674C54}" destId="{C76EB184-633B-5044-B3BD-145799AA6A5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b="0" i="0" u="none" dirty="0"/>
            <a:t>Open-</a:t>
          </a:r>
          <a:r>
            <a:rPr lang="hu-HU" b="0" i="0" u="none" dirty="0" err="1"/>
            <a:t>source</a:t>
          </a:r>
          <a:r>
            <a:rPr lang="hu-HU" b="0" i="0" u="none" dirty="0"/>
            <a:t> version </a:t>
          </a:r>
          <a:r>
            <a:rPr lang="hu-HU" b="0" i="0" u="none" dirty="0" err="1"/>
            <a:t>control</a:t>
          </a:r>
          <a:r>
            <a:rPr lang="hu-HU" b="0" i="0" u="none" dirty="0"/>
            <a:t> </a:t>
          </a:r>
          <a:r>
            <a:rPr lang="hu-HU" b="0" i="0" u="none"/>
            <a:t>system)</a:t>
          </a:r>
          <a:endParaRPr lang="en-US" dirty="0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F5F4E714-0F47-4FFA-862B-6973C81B807A}">
      <dgm:prSet/>
      <dgm:spPr/>
      <dgm:t>
        <a:bodyPr/>
        <a:lstStyle/>
        <a:p>
          <a:r>
            <a:rPr lang="hu-HU" b="0" i="0" u="none" dirty="0" err="1"/>
            <a:t>Tracks</a:t>
          </a:r>
          <a:r>
            <a:rPr lang="hu-HU" b="0" i="0" u="none" dirty="0"/>
            <a:t> </a:t>
          </a:r>
          <a:r>
            <a:rPr lang="hu-HU" b="0" i="0" u="none" dirty="0" err="1"/>
            <a:t>changes</a:t>
          </a:r>
          <a:r>
            <a:rPr lang="hu-HU" b="0" i="0" u="none" dirty="0"/>
            <a:t> in </a:t>
          </a:r>
          <a:r>
            <a:rPr lang="hu-HU" b="0" i="0" u="none" dirty="0" err="1"/>
            <a:t>source</a:t>
          </a:r>
          <a:r>
            <a:rPr lang="hu-HU" b="0" i="0" u="none" dirty="0"/>
            <a:t> </a:t>
          </a:r>
          <a:r>
            <a:rPr lang="hu-HU" b="0" i="0" u="none" dirty="0" err="1"/>
            <a:t>code</a:t>
          </a:r>
          <a:r>
            <a:rPr lang="hu-HU" b="0" i="0" u="none" dirty="0"/>
            <a:t> and </a:t>
          </a:r>
          <a:r>
            <a:rPr lang="hu-HU" b="0" i="0" u="none" dirty="0" err="1"/>
            <a:t>configurations</a:t>
          </a:r>
          <a:endParaRPr lang="en-US" dirty="0"/>
        </a:p>
      </dgm:t>
    </dgm:pt>
    <dgm:pt modelId="{723E0978-D4BC-4F70-8029-5402F70B2A17}" type="parTrans" cxnId="{72C7D5F6-9A93-40BF-9EA4-5E26B41188EF}">
      <dgm:prSet/>
      <dgm:spPr/>
      <dgm:t>
        <a:bodyPr/>
        <a:lstStyle/>
        <a:p>
          <a:endParaRPr lang="en-US"/>
        </a:p>
      </dgm:t>
    </dgm:pt>
    <dgm:pt modelId="{8AD88AB3-96B6-4FBD-AC27-E37EAC2FD4C0}" type="sibTrans" cxnId="{72C7D5F6-9A93-40BF-9EA4-5E26B41188EF}">
      <dgm:prSet/>
      <dgm:spPr/>
      <dgm:t>
        <a:bodyPr/>
        <a:lstStyle/>
        <a:p>
          <a:endParaRPr lang="en-US"/>
        </a:p>
      </dgm:t>
    </dgm:pt>
    <dgm:pt modelId="{C02B41F5-8763-4D70-90DE-9BA770D4A69D}">
      <dgm:prSet/>
      <dgm:spPr/>
      <dgm:t>
        <a:bodyPr/>
        <a:lstStyle/>
        <a:p>
          <a:r>
            <a:rPr lang="hu-HU" dirty="0" err="1"/>
            <a:t>Manages</a:t>
          </a:r>
          <a:r>
            <a:rPr lang="hu-HU" dirty="0"/>
            <a:t> </a:t>
          </a:r>
          <a:r>
            <a:rPr lang="hu-HU" dirty="0" err="1"/>
            <a:t>versions</a:t>
          </a:r>
          <a:r>
            <a:rPr lang="hu-HU" dirty="0"/>
            <a:t> and </a:t>
          </a:r>
          <a:r>
            <a:rPr lang="hu-HU" dirty="0" err="1"/>
            <a:t>branches</a:t>
          </a:r>
          <a:endParaRPr lang="en-US" dirty="0"/>
        </a:p>
      </dgm:t>
    </dgm:pt>
    <dgm:pt modelId="{42323F4B-2966-405F-8B7E-6FC46C0048B4}" type="parTrans" cxnId="{AD904585-AF2F-4BA2-9E7B-EF05EFB81DFB}">
      <dgm:prSet/>
      <dgm:spPr/>
      <dgm:t>
        <a:bodyPr/>
        <a:lstStyle/>
        <a:p>
          <a:endParaRPr lang="en-US"/>
        </a:p>
      </dgm:t>
    </dgm:pt>
    <dgm:pt modelId="{B7944B86-2E55-493E-837C-B71FC5C2B83C}" type="sibTrans" cxnId="{AD904585-AF2F-4BA2-9E7B-EF05EFB81DFB}">
      <dgm:prSet/>
      <dgm:spPr/>
      <dgm:t>
        <a:bodyPr/>
        <a:lstStyle/>
        <a:p>
          <a:endParaRPr lang="en-US"/>
        </a:p>
      </dgm:t>
    </dgm:pt>
    <dgm:pt modelId="{20D1628A-ACD1-44A5-AEC0-7ECDAB39AAAD}">
      <dgm:prSet/>
      <dgm:spPr/>
      <dgm:t>
        <a:bodyPr/>
        <a:lstStyle/>
        <a:p>
          <a:r>
            <a:rPr lang="hu-HU" b="0" i="0" u="none"/>
            <a:t>Allows reverting to previous states</a:t>
          </a:r>
          <a:endParaRPr lang="en-US" dirty="0"/>
        </a:p>
      </dgm:t>
    </dgm:pt>
    <dgm:pt modelId="{063BA875-6A27-4884-AB54-EFE7349C7BA3}" type="parTrans" cxnId="{983803BF-DFBD-4388-B32C-EEC4ED02B07E}">
      <dgm:prSet/>
      <dgm:spPr/>
      <dgm:t>
        <a:bodyPr/>
        <a:lstStyle/>
        <a:p>
          <a:endParaRPr lang="en-US"/>
        </a:p>
      </dgm:t>
    </dgm:pt>
    <dgm:pt modelId="{99E04FB2-7244-4E7D-8E0F-2269500330DE}" type="sibTrans" cxnId="{983803BF-DFBD-4388-B32C-EEC4ED02B07E}">
      <dgm:prSet/>
      <dgm:spPr/>
      <dgm:t>
        <a:bodyPr/>
        <a:lstStyle/>
        <a:p>
          <a:endParaRPr lang="en-US"/>
        </a:p>
      </dgm:t>
    </dgm:pt>
    <dgm:pt modelId="{7ED7FE4C-85EA-40E4-BD86-55CAEB7762A9}">
      <dgm:prSet/>
      <dgm:spPr/>
      <dgm:t>
        <a:bodyPr/>
        <a:lstStyle/>
        <a:p>
          <a:r>
            <a:rPr lang="hu-HU" b="0" i="0" u="none" dirty="0" err="1"/>
            <a:t>Integrates</a:t>
          </a:r>
          <a:r>
            <a:rPr lang="hu-HU" b="0" i="0" u="none" dirty="0"/>
            <a:t> </a:t>
          </a:r>
          <a:r>
            <a:rPr lang="hu-HU" b="0" i="0" u="none" dirty="0" err="1"/>
            <a:t>with</a:t>
          </a:r>
          <a:r>
            <a:rPr lang="hu-HU" b="0" i="0" u="none" dirty="0"/>
            <a:t> GitHub and </a:t>
          </a:r>
          <a:r>
            <a:rPr lang="hu-HU" b="0" i="0" u="none" dirty="0" err="1"/>
            <a:t>other</a:t>
          </a:r>
          <a:r>
            <a:rPr lang="hu-HU" b="0" i="0" u="none" dirty="0"/>
            <a:t> </a:t>
          </a:r>
          <a:r>
            <a:rPr lang="hu-HU" b="0" i="0" u="none" dirty="0" err="1"/>
            <a:t>repositories</a:t>
          </a:r>
          <a:endParaRPr lang="en-US" dirty="0"/>
        </a:p>
      </dgm:t>
    </dgm:pt>
    <dgm:pt modelId="{3BDEA78E-0C0F-43DA-971A-5ACB60F1F8BD}" type="parTrans" cxnId="{546F22CF-E1F3-4071-8EC8-093E0470FC8F}">
      <dgm:prSet/>
      <dgm:spPr/>
      <dgm:t>
        <a:bodyPr/>
        <a:lstStyle/>
        <a:p>
          <a:endParaRPr lang="en-US"/>
        </a:p>
      </dgm:t>
    </dgm:pt>
    <dgm:pt modelId="{24E94615-4D15-4235-9F58-3881FBBAC4DD}" type="sibTrans" cxnId="{546F22CF-E1F3-4071-8EC8-093E0470FC8F}">
      <dgm:prSet/>
      <dgm:spPr/>
      <dgm:t>
        <a:bodyPr/>
        <a:lstStyle/>
        <a:p>
          <a:endParaRPr lang="en-US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63910AE6-F6B6-A040-BA75-D58EAFCFBA99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10F6FF0E-14F6-914D-B19C-A8DBEC6E09C8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9DD2A3FD-2F60-8F4D-A30B-6613E30B431B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C29ED5E2-3900-344E-8800-658D3FE791AE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E562F22F-3399-F14F-9B52-18856AA2F32B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85CFEE48-B54C-6249-809E-9DA1481C7073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7A6B2334-3CD1-AA49-9BA5-CDA2623D21EC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8B415FDB-D806-804C-91B6-C13D4FB92287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DA3C9BFD-838B-1A46-8A9C-9479CA2A70D9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16F827CB-E391-564C-9AC2-8D319A56E797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BDFE810C-6641-A34A-977C-A32CCDFC74B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DEBF9FDE-4516-104F-920F-8F9C748E848D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618399A5-8A25-8F4C-B89F-1BFEF1ADA3A4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59F1B3A2-00CF-6C4E-BCAF-16CB3ACB45AD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D5453B-01B7-7041-B5ED-3F16E2BE51BD}" type="presOf" srcId="{8AD88AB3-96B6-4FBD-AC27-E37EAC2FD4C0}" destId="{7A6B2334-3CD1-AA49-9BA5-CDA2623D21EC}" srcOrd="0" destOrd="0" presId="urn:microsoft.com/office/officeart/2005/8/layout/vProcess5"/>
    <dgm:cxn modelId="{0B326345-2E80-3C44-979E-3B1A4ADDC229}" type="presOf" srcId="{2CA13479-7DCD-4B35-9640-C29BD5D3D149}" destId="{16F827CB-E391-564C-9AC2-8D319A56E797}" srcOrd="1" destOrd="0" presId="urn:microsoft.com/office/officeart/2005/8/layout/vProcess5"/>
    <dgm:cxn modelId="{8421AE57-DF8A-974F-A205-96136CDC013B}" type="presOf" srcId="{7ED7FE4C-85EA-40E4-BD86-55CAEB7762A9}" destId="{E562F22F-3399-F14F-9B52-18856AA2F32B}" srcOrd="0" destOrd="0" presId="urn:microsoft.com/office/officeart/2005/8/layout/vProcess5"/>
    <dgm:cxn modelId="{A007FB6C-59CF-5D45-A53E-F042CC89371D}" type="presOf" srcId="{20D1628A-ACD1-44A5-AEC0-7ECDAB39AAAD}" destId="{618399A5-8A25-8F4C-B89F-1BFEF1ADA3A4}" srcOrd="1" destOrd="0" presId="urn:microsoft.com/office/officeart/2005/8/layout/vProcess5"/>
    <dgm:cxn modelId="{66DF2179-4134-4245-ABFA-E4A05E73DD52}" type="presOf" srcId="{2CA13479-7DCD-4B35-9640-C29BD5D3D149}" destId="{63910AE6-F6B6-A040-BA75-D58EAFCFBA99}" srcOrd="0" destOrd="0" presId="urn:microsoft.com/office/officeart/2005/8/layout/vProcess5"/>
    <dgm:cxn modelId="{1DB7E183-DF64-7C4F-96D0-B375BA877F5D}" type="presOf" srcId="{20D1628A-ACD1-44A5-AEC0-7ECDAB39AAAD}" destId="{C29ED5E2-3900-344E-8800-658D3FE791AE}" srcOrd="0" destOrd="0" presId="urn:microsoft.com/office/officeart/2005/8/layout/vProcess5"/>
    <dgm:cxn modelId="{AD904585-AF2F-4BA2-9E7B-EF05EFB81DFB}" srcId="{BC1B7F4D-66CC-481E-9186-E181E04BD379}" destId="{C02B41F5-8763-4D70-90DE-9BA770D4A69D}" srcOrd="2" destOrd="0" parTransId="{42323F4B-2966-405F-8B7E-6FC46C0048B4}" sibTransId="{B7944B86-2E55-493E-837C-B71FC5C2B83C}"/>
    <dgm:cxn modelId="{11A09DA0-6E5F-A346-ABE9-766C4412B469}" type="presOf" srcId="{C02B41F5-8763-4D70-90DE-9BA770D4A69D}" destId="{9DD2A3FD-2F60-8F4D-A30B-6613E30B431B}" srcOrd="0" destOrd="0" presId="urn:microsoft.com/office/officeart/2005/8/layout/vProcess5"/>
    <dgm:cxn modelId="{28DDE1A6-2F07-3747-A78E-4941A79C5A9A}" type="presOf" srcId="{99E04FB2-7244-4E7D-8E0F-2269500330DE}" destId="{DA3C9BFD-838B-1A46-8A9C-9479CA2A70D9}" srcOrd="0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751477B1-D695-5043-820A-CD2798A69700}" type="presOf" srcId="{F5F4E714-0F47-4FFA-862B-6973C81B807A}" destId="{10F6FF0E-14F6-914D-B19C-A8DBEC6E09C8}" srcOrd="0" destOrd="0" presId="urn:microsoft.com/office/officeart/2005/8/layout/vProcess5"/>
    <dgm:cxn modelId="{F1BBF9B3-8C1A-2240-BE11-3A970E17B856}" type="presOf" srcId="{4718A629-8E53-4B94-BC42-8D72F887F625}" destId="{85CFEE48-B54C-6249-809E-9DA1481C7073}" srcOrd="0" destOrd="0" presId="urn:microsoft.com/office/officeart/2005/8/layout/vProcess5"/>
    <dgm:cxn modelId="{D644F5B8-F693-9348-97BC-A8305557EF02}" type="presOf" srcId="{C02B41F5-8763-4D70-90DE-9BA770D4A69D}" destId="{DEBF9FDE-4516-104F-920F-8F9C748E848D}" srcOrd="1" destOrd="0" presId="urn:microsoft.com/office/officeart/2005/8/layout/vProcess5"/>
    <dgm:cxn modelId="{983803BF-DFBD-4388-B32C-EEC4ED02B07E}" srcId="{BC1B7F4D-66CC-481E-9186-E181E04BD379}" destId="{20D1628A-ACD1-44A5-AEC0-7ECDAB39AAAD}" srcOrd="3" destOrd="0" parTransId="{063BA875-6A27-4884-AB54-EFE7349C7BA3}" sibTransId="{99E04FB2-7244-4E7D-8E0F-2269500330DE}"/>
    <dgm:cxn modelId="{DEDF8ACC-01CF-284A-9D22-4CD5F8C64195}" type="presOf" srcId="{F5F4E714-0F47-4FFA-862B-6973C81B807A}" destId="{BDFE810C-6641-A34A-977C-A32CCDFC74B0}" srcOrd="1" destOrd="0" presId="urn:microsoft.com/office/officeart/2005/8/layout/vProcess5"/>
    <dgm:cxn modelId="{546F22CF-E1F3-4071-8EC8-093E0470FC8F}" srcId="{BC1B7F4D-66CC-481E-9186-E181E04BD379}" destId="{7ED7FE4C-85EA-40E4-BD86-55CAEB7762A9}" srcOrd="4" destOrd="0" parTransId="{3BDEA78E-0C0F-43DA-971A-5ACB60F1F8BD}" sibTransId="{24E94615-4D15-4235-9F58-3881FBBAC4DD}"/>
    <dgm:cxn modelId="{1B6F83D1-88EE-4749-87AE-FED79786FE44}" type="presOf" srcId="{7ED7FE4C-85EA-40E4-BD86-55CAEB7762A9}" destId="{59F1B3A2-00CF-6C4E-BCAF-16CB3ACB45AD}" srcOrd="1" destOrd="0" presId="urn:microsoft.com/office/officeart/2005/8/layout/vProcess5"/>
    <dgm:cxn modelId="{1FB822D3-0112-6549-BF6A-D76849B9D6B4}" type="presOf" srcId="{B7944B86-2E55-493E-837C-B71FC5C2B83C}" destId="{8B415FDB-D806-804C-91B6-C13D4FB92287}" srcOrd="0" destOrd="0" presId="urn:microsoft.com/office/officeart/2005/8/layout/vProcess5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72C7D5F6-9A93-40BF-9EA4-5E26B41188EF}" srcId="{BC1B7F4D-66CC-481E-9186-E181E04BD379}" destId="{F5F4E714-0F47-4FFA-862B-6973C81B807A}" srcOrd="1" destOrd="0" parTransId="{723E0978-D4BC-4F70-8029-5402F70B2A17}" sibTransId="{8AD88AB3-96B6-4FBD-AC27-E37EAC2FD4C0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C2585E6C-C94B-6C4B-B03D-AA7F75FF2693}" type="presParOf" srcId="{DA662260-7625-D848-904A-F1C4A10D5ECE}" destId="{63910AE6-F6B6-A040-BA75-D58EAFCFBA99}" srcOrd="1" destOrd="0" presId="urn:microsoft.com/office/officeart/2005/8/layout/vProcess5"/>
    <dgm:cxn modelId="{6D4CC68C-63CA-7C4C-9B7C-63C05F8A76BE}" type="presParOf" srcId="{DA662260-7625-D848-904A-F1C4A10D5ECE}" destId="{10F6FF0E-14F6-914D-B19C-A8DBEC6E09C8}" srcOrd="2" destOrd="0" presId="urn:microsoft.com/office/officeart/2005/8/layout/vProcess5"/>
    <dgm:cxn modelId="{D7FC3193-EE66-9B46-85F9-48A6D206FF3E}" type="presParOf" srcId="{DA662260-7625-D848-904A-F1C4A10D5ECE}" destId="{9DD2A3FD-2F60-8F4D-A30B-6613E30B431B}" srcOrd="3" destOrd="0" presId="urn:microsoft.com/office/officeart/2005/8/layout/vProcess5"/>
    <dgm:cxn modelId="{BC8EB1AF-0D80-354E-BE68-8F90B38453AF}" type="presParOf" srcId="{DA662260-7625-D848-904A-F1C4A10D5ECE}" destId="{C29ED5E2-3900-344E-8800-658D3FE791AE}" srcOrd="4" destOrd="0" presId="urn:microsoft.com/office/officeart/2005/8/layout/vProcess5"/>
    <dgm:cxn modelId="{4F50CCFC-2E77-BF49-BAED-49B809E41C2A}" type="presParOf" srcId="{DA662260-7625-D848-904A-F1C4A10D5ECE}" destId="{E562F22F-3399-F14F-9B52-18856AA2F32B}" srcOrd="5" destOrd="0" presId="urn:microsoft.com/office/officeart/2005/8/layout/vProcess5"/>
    <dgm:cxn modelId="{FD78E98A-9751-F844-BD31-1104C8413132}" type="presParOf" srcId="{DA662260-7625-D848-904A-F1C4A10D5ECE}" destId="{85CFEE48-B54C-6249-809E-9DA1481C7073}" srcOrd="6" destOrd="0" presId="urn:microsoft.com/office/officeart/2005/8/layout/vProcess5"/>
    <dgm:cxn modelId="{EAAAFEC8-2874-564B-9C36-4901712F9AA5}" type="presParOf" srcId="{DA662260-7625-D848-904A-F1C4A10D5ECE}" destId="{7A6B2334-3CD1-AA49-9BA5-CDA2623D21EC}" srcOrd="7" destOrd="0" presId="urn:microsoft.com/office/officeart/2005/8/layout/vProcess5"/>
    <dgm:cxn modelId="{FEE03A42-D2BB-804A-818F-90018ED475E1}" type="presParOf" srcId="{DA662260-7625-D848-904A-F1C4A10D5ECE}" destId="{8B415FDB-D806-804C-91B6-C13D4FB92287}" srcOrd="8" destOrd="0" presId="urn:microsoft.com/office/officeart/2005/8/layout/vProcess5"/>
    <dgm:cxn modelId="{9D17E079-E963-514B-839D-786F36FCB2D0}" type="presParOf" srcId="{DA662260-7625-D848-904A-F1C4A10D5ECE}" destId="{DA3C9BFD-838B-1A46-8A9C-9479CA2A70D9}" srcOrd="9" destOrd="0" presId="urn:microsoft.com/office/officeart/2005/8/layout/vProcess5"/>
    <dgm:cxn modelId="{41BFD222-1604-984C-A80D-DB1943D63839}" type="presParOf" srcId="{DA662260-7625-D848-904A-F1C4A10D5ECE}" destId="{16F827CB-E391-564C-9AC2-8D319A56E797}" srcOrd="10" destOrd="0" presId="urn:microsoft.com/office/officeart/2005/8/layout/vProcess5"/>
    <dgm:cxn modelId="{BE96EC49-FEB6-5D44-805B-4673397D18CC}" type="presParOf" srcId="{DA662260-7625-D848-904A-F1C4A10D5ECE}" destId="{BDFE810C-6641-A34A-977C-A32CCDFC74B0}" srcOrd="11" destOrd="0" presId="urn:microsoft.com/office/officeart/2005/8/layout/vProcess5"/>
    <dgm:cxn modelId="{2D5DFC4A-FC44-6E48-8953-E167243BE1A5}" type="presParOf" srcId="{DA662260-7625-D848-904A-F1C4A10D5ECE}" destId="{DEBF9FDE-4516-104F-920F-8F9C748E848D}" srcOrd="12" destOrd="0" presId="urn:microsoft.com/office/officeart/2005/8/layout/vProcess5"/>
    <dgm:cxn modelId="{35C1CA41-475B-434D-9299-AACE25AE5C5D}" type="presParOf" srcId="{DA662260-7625-D848-904A-F1C4A10D5ECE}" destId="{618399A5-8A25-8F4C-B89F-1BFEF1ADA3A4}" srcOrd="13" destOrd="0" presId="urn:microsoft.com/office/officeart/2005/8/layout/vProcess5"/>
    <dgm:cxn modelId="{F57DB4CA-DF8B-E44F-A0DD-A2B580A30FA6}" type="presParOf" srcId="{DA662260-7625-D848-904A-F1C4A10D5ECE}" destId="{59F1B3A2-00CF-6C4E-BCAF-16CB3ACB4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b="0" i="0" u="none" dirty="0"/>
            <a:t>Project and </a:t>
          </a:r>
          <a:r>
            <a:rPr lang="hu-HU" b="0" i="0" u="none" dirty="0" err="1"/>
            <a:t>task</a:t>
          </a:r>
          <a:r>
            <a:rPr lang="hu-HU" b="0" i="0" u="none" dirty="0"/>
            <a:t> management </a:t>
          </a:r>
          <a:r>
            <a:rPr lang="hu-HU" b="0" i="0" u="none" dirty="0" err="1"/>
            <a:t>tool</a:t>
          </a:r>
          <a:r>
            <a:rPr lang="hu-HU" b="0" i="0" u="none" dirty="0"/>
            <a:t> (</a:t>
          </a:r>
          <a:r>
            <a:rPr lang="hu-HU" b="0" i="0" u="none" dirty="0" err="1"/>
            <a:t>by</a:t>
          </a:r>
          <a:r>
            <a:rPr lang="hu-HU" b="0" i="0" u="none" dirty="0"/>
            <a:t> </a:t>
          </a:r>
          <a:r>
            <a:rPr lang="hu-HU" b="0" i="0" u="none" dirty="0" err="1"/>
            <a:t>Atlassian</a:t>
          </a:r>
          <a:r>
            <a:rPr lang="hu-HU" b="0" i="0" u="none" dirty="0"/>
            <a:t>)</a:t>
          </a:r>
          <a:endParaRPr lang="en-US" dirty="0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F5F4E714-0F47-4FFA-862B-6973C81B807A}">
      <dgm:prSet/>
      <dgm:spPr/>
      <dgm:t>
        <a:bodyPr/>
        <a:lstStyle/>
        <a:p>
          <a:r>
            <a:rPr lang="hu-HU"/>
            <a:t>Issue and task tracking</a:t>
          </a:r>
          <a:endParaRPr lang="en-US" dirty="0"/>
        </a:p>
      </dgm:t>
    </dgm:pt>
    <dgm:pt modelId="{723E0978-D4BC-4F70-8029-5402F70B2A17}" type="parTrans" cxnId="{72C7D5F6-9A93-40BF-9EA4-5E26B41188EF}">
      <dgm:prSet/>
      <dgm:spPr/>
      <dgm:t>
        <a:bodyPr/>
        <a:lstStyle/>
        <a:p>
          <a:endParaRPr lang="en-US"/>
        </a:p>
      </dgm:t>
    </dgm:pt>
    <dgm:pt modelId="{8AD88AB3-96B6-4FBD-AC27-E37EAC2FD4C0}" type="sibTrans" cxnId="{72C7D5F6-9A93-40BF-9EA4-5E26B41188EF}">
      <dgm:prSet/>
      <dgm:spPr/>
      <dgm:t>
        <a:bodyPr/>
        <a:lstStyle/>
        <a:p>
          <a:endParaRPr lang="en-US"/>
        </a:p>
      </dgm:t>
    </dgm:pt>
    <dgm:pt modelId="{C02B41F5-8763-4D70-90DE-9BA770D4A69D}">
      <dgm:prSet/>
      <dgm:spPr/>
      <dgm:t>
        <a:bodyPr/>
        <a:lstStyle/>
        <a:p>
          <a:r>
            <a:rPr lang="hu-HU" b="0" i="0" u="none" dirty="0"/>
            <a:t>Team </a:t>
          </a:r>
          <a:r>
            <a:rPr lang="hu-HU" b="0" i="0" u="none"/>
            <a:t>collaboration</a:t>
          </a:r>
          <a:r>
            <a:rPr lang="hu-HU" b="0" i="0" u="none" dirty="0"/>
            <a:t> and </a:t>
          </a:r>
          <a:r>
            <a:rPr lang="hu-HU" b="0" i="0" u="none" dirty="0" err="1"/>
            <a:t>deadline</a:t>
          </a:r>
          <a:r>
            <a:rPr lang="hu-HU" b="0" i="0" u="none" dirty="0"/>
            <a:t> management</a:t>
          </a:r>
          <a:endParaRPr lang="en-US" dirty="0"/>
        </a:p>
      </dgm:t>
    </dgm:pt>
    <dgm:pt modelId="{42323F4B-2966-405F-8B7E-6FC46C0048B4}" type="parTrans" cxnId="{AD904585-AF2F-4BA2-9E7B-EF05EFB81DFB}">
      <dgm:prSet/>
      <dgm:spPr/>
      <dgm:t>
        <a:bodyPr/>
        <a:lstStyle/>
        <a:p>
          <a:endParaRPr lang="en-US"/>
        </a:p>
      </dgm:t>
    </dgm:pt>
    <dgm:pt modelId="{B7944B86-2E55-493E-837C-B71FC5C2B83C}" type="sibTrans" cxnId="{AD904585-AF2F-4BA2-9E7B-EF05EFB81DFB}">
      <dgm:prSet/>
      <dgm:spPr/>
      <dgm:t>
        <a:bodyPr/>
        <a:lstStyle/>
        <a:p>
          <a:endParaRPr lang="en-US"/>
        </a:p>
      </dgm:t>
    </dgm:pt>
    <dgm:pt modelId="{20D1628A-ACD1-44A5-AEC0-7ECDAB39AAAD}">
      <dgm:prSet/>
      <dgm:spPr/>
      <dgm:t>
        <a:bodyPr/>
        <a:lstStyle/>
        <a:p>
          <a:r>
            <a:rPr lang="hu-HU" b="0" i="0" u="none"/>
            <a:t>Transparent workflow and status tracking</a:t>
          </a:r>
          <a:endParaRPr lang="en-US" dirty="0"/>
        </a:p>
      </dgm:t>
    </dgm:pt>
    <dgm:pt modelId="{063BA875-6A27-4884-AB54-EFE7349C7BA3}" type="parTrans" cxnId="{983803BF-DFBD-4388-B32C-EEC4ED02B07E}">
      <dgm:prSet/>
      <dgm:spPr/>
      <dgm:t>
        <a:bodyPr/>
        <a:lstStyle/>
        <a:p>
          <a:endParaRPr lang="en-US"/>
        </a:p>
      </dgm:t>
    </dgm:pt>
    <dgm:pt modelId="{99E04FB2-7244-4E7D-8E0F-2269500330DE}" type="sibTrans" cxnId="{983803BF-DFBD-4388-B32C-EEC4ED02B07E}">
      <dgm:prSet/>
      <dgm:spPr/>
      <dgm:t>
        <a:bodyPr/>
        <a:lstStyle/>
        <a:p>
          <a:endParaRPr lang="en-US"/>
        </a:p>
      </dgm:t>
    </dgm:pt>
    <dgm:pt modelId="{7ED7FE4C-85EA-40E4-BD86-55CAEB7762A9}">
      <dgm:prSet/>
      <dgm:spPr/>
      <dgm:t>
        <a:bodyPr/>
        <a:lstStyle/>
        <a:p>
          <a:r>
            <a:rPr lang="hu-HU" b="0" i="0" u="none" dirty="0"/>
            <a:t>Time </a:t>
          </a:r>
          <a:r>
            <a:rPr lang="hu-HU" b="0" i="0" u="none" dirty="0" err="1"/>
            <a:t>tracking</a:t>
          </a:r>
          <a:r>
            <a:rPr lang="hu-HU" b="0" i="0" u="none" dirty="0"/>
            <a:t> and </a:t>
          </a:r>
          <a:r>
            <a:rPr lang="hu-HU" b="0" i="0" u="none" dirty="0" err="1"/>
            <a:t>reporting</a:t>
          </a:r>
          <a:endParaRPr lang="en-US" dirty="0"/>
        </a:p>
      </dgm:t>
    </dgm:pt>
    <dgm:pt modelId="{3BDEA78E-0C0F-43DA-971A-5ACB60F1F8BD}" type="parTrans" cxnId="{546F22CF-E1F3-4071-8EC8-093E0470FC8F}">
      <dgm:prSet/>
      <dgm:spPr/>
      <dgm:t>
        <a:bodyPr/>
        <a:lstStyle/>
        <a:p>
          <a:endParaRPr lang="en-US"/>
        </a:p>
      </dgm:t>
    </dgm:pt>
    <dgm:pt modelId="{24E94615-4D15-4235-9F58-3881FBBAC4DD}" type="sibTrans" cxnId="{546F22CF-E1F3-4071-8EC8-093E0470FC8F}">
      <dgm:prSet/>
      <dgm:spPr/>
      <dgm:t>
        <a:bodyPr/>
        <a:lstStyle/>
        <a:p>
          <a:endParaRPr lang="en-US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63910AE6-F6B6-A040-BA75-D58EAFCFBA99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10F6FF0E-14F6-914D-B19C-A8DBEC6E09C8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9DD2A3FD-2F60-8F4D-A30B-6613E30B431B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C29ED5E2-3900-344E-8800-658D3FE791AE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E562F22F-3399-F14F-9B52-18856AA2F32B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85CFEE48-B54C-6249-809E-9DA1481C7073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7A6B2334-3CD1-AA49-9BA5-CDA2623D21EC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8B415FDB-D806-804C-91B6-C13D4FB92287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DA3C9BFD-838B-1A46-8A9C-9479CA2A70D9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16F827CB-E391-564C-9AC2-8D319A56E797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BDFE810C-6641-A34A-977C-A32CCDFC74B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DEBF9FDE-4516-104F-920F-8F9C748E848D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618399A5-8A25-8F4C-B89F-1BFEF1ADA3A4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59F1B3A2-00CF-6C4E-BCAF-16CB3ACB45AD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D5453B-01B7-7041-B5ED-3F16E2BE51BD}" type="presOf" srcId="{8AD88AB3-96B6-4FBD-AC27-E37EAC2FD4C0}" destId="{7A6B2334-3CD1-AA49-9BA5-CDA2623D21EC}" srcOrd="0" destOrd="0" presId="urn:microsoft.com/office/officeart/2005/8/layout/vProcess5"/>
    <dgm:cxn modelId="{0B326345-2E80-3C44-979E-3B1A4ADDC229}" type="presOf" srcId="{2CA13479-7DCD-4B35-9640-C29BD5D3D149}" destId="{16F827CB-E391-564C-9AC2-8D319A56E797}" srcOrd="1" destOrd="0" presId="urn:microsoft.com/office/officeart/2005/8/layout/vProcess5"/>
    <dgm:cxn modelId="{8421AE57-DF8A-974F-A205-96136CDC013B}" type="presOf" srcId="{7ED7FE4C-85EA-40E4-BD86-55CAEB7762A9}" destId="{E562F22F-3399-F14F-9B52-18856AA2F32B}" srcOrd="0" destOrd="0" presId="urn:microsoft.com/office/officeart/2005/8/layout/vProcess5"/>
    <dgm:cxn modelId="{A007FB6C-59CF-5D45-A53E-F042CC89371D}" type="presOf" srcId="{20D1628A-ACD1-44A5-AEC0-7ECDAB39AAAD}" destId="{618399A5-8A25-8F4C-B89F-1BFEF1ADA3A4}" srcOrd="1" destOrd="0" presId="urn:microsoft.com/office/officeart/2005/8/layout/vProcess5"/>
    <dgm:cxn modelId="{66DF2179-4134-4245-ABFA-E4A05E73DD52}" type="presOf" srcId="{2CA13479-7DCD-4B35-9640-C29BD5D3D149}" destId="{63910AE6-F6B6-A040-BA75-D58EAFCFBA99}" srcOrd="0" destOrd="0" presId="urn:microsoft.com/office/officeart/2005/8/layout/vProcess5"/>
    <dgm:cxn modelId="{1DB7E183-DF64-7C4F-96D0-B375BA877F5D}" type="presOf" srcId="{20D1628A-ACD1-44A5-AEC0-7ECDAB39AAAD}" destId="{C29ED5E2-3900-344E-8800-658D3FE791AE}" srcOrd="0" destOrd="0" presId="urn:microsoft.com/office/officeart/2005/8/layout/vProcess5"/>
    <dgm:cxn modelId="{AD904585-AF2F-4BA2-9E7B-EF05EFB81DFB}" srcId="{BC1B7F4D-66CC-481E-9186-E181E04BD379}" destId="{C02B41F5-8763-4D70-90DE-9BA770D4A69D}" srcOrd="2" destOrd="0" parTransId="{42323F4B-2966-405F-8B7E-6FC46C0048B4}" sibTransId="{B7944B86-2E55-493E-837C-B71FC5C2B83C}"/>
    <dgm:cxn modelId="{11A09DA0-6E5F-A346-ABE9-766C4412B469}" type="presOf" srcId="{C02B41F5-8763-4D70-90DE-9BA770D4A69D}" destId="{9DD2A3FD-2F60-8F4D-A30B-6613E30B431B}" srcOrd="0" destOrd="0" presId="urn:microsoft.com/office/officeart/2005/8/layout/vProcess5"/>
    <dgm:cxn modelId="{28DDE1A6-2F07-3747-A78E-4941A79C5A9A}" type="presOf" srcId="{99E04FB2-7244-4E7D-8E0F-2269500330DE}" destId="{DA3C9BFD-838B-1A46-8A9C-9479CA2A70D9}" srcOrd="0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751477B1-D695-5043-820A-CD2798A69700}" type="presOf" srcId="{F5F4E714-0F47-4FFA-862B-6973C81B807A}" destId="{10F6FF0E-14F6-914D-B19C-A8DBEC6E09C8}" srcOrd="0" destOrd="0" presId="urn:microsoft.com/office/officeart/2005/8/layout/vProcess5"/>
    <dgm:cxn modelId="{F1BBF9B3-8C1A-2240-BE11-3A970E17B856}" type="presOf" srcId="{4718A629-8E53-4B94-BC42-8D72F887F625}" destId="{85CFEE48-B54C-6249-809E-9DA1481C7073}" srcOrd="0" destOrd="0" presId="urn:microsoft.com/office/officeart/2005/8/layout/vProcess5"/>
    <dgm:cxn modelId="{D644F5B8-F693-9348-97BC-A8305557EF02}" type="presOf" srcId="{C02B41F5-8763-4D70-90DE-9BA770D4A69D}" destId="{DEBF9FDE-4516-104F-920F-8F9C748E848D}" srcOrd="1" destOrd="0" presId="urn:microsoft.com/office/officeart/2005/8/layout/vProcess5"/>
    <dgm:cxn modelId="{983803BF-DFBD-4388-B32C-EEC4ED02B07E}" srcId="{BC1B7F4D-66CC-481E-9186-E181E04BD379}" destId="{20D1628A-ACD1-44A5-AEC0-7ECDAB39AAAD}" srcOrd="3" destOrd="0" parTransId="{063BA875-6A27-4884-AB54-EFE7349C7BA3}" sibTransId="{99E04FB2-7244-4E7D-8E0F-2269500330DE}"/>
    <dgm:cxn modelId="{DEDF8ACC-01CF-284A-9D22-4CD5F8C64195}" type="presOf" srcId="{F5F4E714-0F47-4FFA-862B-6973C81B807A}" destId="{BDFE810C-6641-A34A-977C-A32CCDFC74B0}" srcOrd="1" destOrd="0" presId="urn:microsoft.com/office/officeart/2005/8/layout/vProcess5"/>
    <dgm:cxn modelId="{546F22CF-E1F3-4071-8EC8-093E0470FC8F}" srcId="{BC1B7F4D-66CC-481E-9186-E181E04BD379}" destId="{7ED7FE4C-85EA-40E4-BD86-55CAEB7762A9}" srcOrd="4" destOrd="0" parTransId="{3BDEA78E-0C0F-43DA-971A-5ACB60F1F8BD}" sibTransId="{24E94615-4D15-4235-9F58-3881FBBAC4DD}"/>
    <dgm:cxn modelId="{1B6F83D1-88EE-4749-87AE-FED79786FE44}" type="presOf" srcId="{7ED7FE4C-85EA-40E4-BD86-55CAEB7762A9}" destId="{59F1B3A2-00CF-6C4E-BCAF-16CB3ACB45AD}" srcOrd="1" destOrd="0" presId="urn:microsoft.com/office/officeart/2005/8/layout/vProcess5"/>
    <dgm:cxn modelId="{1FB822D3-0112-6549-BF6A-D76849B9D6B4}" type="presOf" srcId="{B7944B86-2E55-493E-837C-B71FC5C2B83C}" destId="{8B415FDB-D806-804C-91B6-C13D4FB92287}" srcOrd="0" destOrd="0" presId="urn:microsoft.com/office/officeart/2005/8/layout/vProcess5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72C7D5F6-9A93-40BF-9EA4-5E26B41188EF}" srcId="{BC1B7F4D-66CC-481E-9186-E181E04BD379}" destId="{F5F4E714-0F47-4FFA-862B-6973C81B807A}" srcOrd="1" destOrd="0" parTransId="{723E0978-D4BC-4F70-8029-5402F70B2A17}" sibTransId="{8AD88AB3-96B6-4FBD-AC27-E37EAC2FD4C0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C2585E6C-C94B-6C4B-B03D-AA7F75FF2693}" type="presParOf" srcId="{DA662260-7625-D848-904A-F1C4A10D5ECE}" destId="{63910AE6-F6B6-A040-BA75-D58EAFCFBA99}" srcOrd="1" destOrd="0" presId="urn:microsoft.com/office/officeart/2005/8/layout/vProcess5"/>
    <dgm:cxn modelId="{6D4CC68C-63CA-7C4C-9B7C-63C05F8A76BE}" type="presParOf" srcId="{DA662260-7625-D848-904A-F1C4A10D5ECE}" destId="{10F6FF0E-14F6-914D-B19C-A8DBEC6E09C8}" srcOrd="2" destOrd="0" presId="urn:microsoft.com/office/officeart/2005/8/layout/vProcess5"/>
    <dgm:cxn modelId="{D7FC3193-EE66-9B46-85F9-48A6D206FF3E}" type="presParOf" srcId="{DA662260-7625-D848-904A-F1C4A10D5ECE}" destId="{9DD2A3FD-2F60-8F4D-A30B-6613E30B431B}" srcOrd="3" destOrd="0" presId="urn:microsoft.com/office/officeart/2005/8/layout/vProcess5"/>
    <dgm:cxn modelId="{BC8EB1AF-0D80-354E-BE68-8F90B38453AF}" type="presParOf" srcId="{DA662260-7625-D848-904A-F1C4A10D5ECE}" destId="{C29ED5E2-3900-344E-8800-658D3FE791AE}" srcOrd="4" destOrd="0" presId="urn:microsoft.com/office/officeart/2005/8/layout/vProcess5"/>
    <dgm:cxn modelId="{4F50CCFC-2E77-BF49-BAED-49B809E41C2A}" type="presParOf" srcId="{DA662260-7625-D848-904A-F1C4A10D5ECE}" destId="{E562F22F-3399-F14F-9B52-18856AA2F32B}" srcOrd="5" destOrd="0" presId="urn:microsoft.com/office/officeart/2005/8/layout/vProcess5"/>
    <dgm:cxn modelId="{FD78E98A-9751-F844-BD31-1104C8413132}" type="presParOf" srcId="{DA662260-7625-D848-904A-F1C4A10D5ECE}" destId="{85CFEE48-B54C-6249-809E-9DA1481C7073}" srcOrd="6" destOrd="0" presId="urn:microsoft.com/office/officeart/2005/8/layout/vProcess5"/>
    <dgm:cxn modelId="{EAAAFEC8-2874-564B-9C36-4901712F9AA5}" type="presParOf" srcId="{DA662260-7625-D848-904A-F1C4A10D5ECE}" destId="{7A6B2334-3CD1-AA49-9BA5-CDA2623D21EC}" srcOrd="7" destOrd="0" presId="urn:microsoft.com/office/officeart/2005/8/layout/vProcess5"/>
    <dgm:cxn modelId="{FEE03A42-D2BB-804A-818F-90018ED475E1}" type="presParOf" srcId="{DA662260-7625-D848-904A-F1C4A10D5ECE}" destId="{8B415FDB-D806-804C-91B6-C13D4FB92287}" srcOrd="8" destOrd="0" presId="urn:microsoft.com/office/officeart/2005/8/layout/vProcess5"/>
    <dgm:cxn modelId="{9D17E079-E963-514B-839D-786F36FCB2D0}" type="presParOf" srcId="{DA662260-7625-D848-904A-F1C4A10D5ECE}" destId="{DA3C9BFD-838B-1A46-8A9C-9479CA2A70D9}" srcOrd="9" destOrd="0" presId="urn:microsoft.com/office/officeart/2005/8/layout/vProcess5"/>
    <dgm:cxn modelId="{41BFD222-1604-984C-A80D-DB1943D63839}" type="presParOf" srcId="{DA662260-7625-D848-904A-F1C4A10D5ECE}" destId="{16F827CB-E391-564C-9AC2-8D319A56E797}" srcOrd="10" destOrd="0" presId="urn:microsoft.com/office/officeart/2005/8/layout/vProcess5"/>
    <dgm:cxn modelId="{BE96EC49-FEB6-5D44-805B-4673397D18CC}" type="presParOf" srcId="{DA662260-7625-D848-904A-F1C4A10D5ECE}" destId="{BDFE810C-6641-A34A-977C-A32CCDFC74B0}" srcOrd="11" destOrd="0" presId="urn:microsoft.com/office/officeart/2005/8/layout/vProcess5"/>
    <dgm:cxn modelId="{2D5DFC4A-FC44-6E48-8953-E167243BE1A5}" type="presParOf" srcId="{DA662260-7625-D848-904A-F1C4A10D5ECE}" destId="{DEBF9FDE-4516-104F-920F-8F9C748E848D}" srcOrd="12" destOrd="0" presId="urn:microsoft.com/office/officeart/2005/8/layout/vProcess5"/>
    <dgm:cxn modelId="{35C1CA41-475B-434D-9299-AACE25AE5C5D}" type="presParOf" srcId="{DA662260-7625-D848-904A-F1C4A10D5ECE}" destId="{618399A5-8A25-8F4C-B89F-1BFEF1ADA3A4}" srcOrd="13" destOrd="0" presId="urn:microsoft.com/office/officeart/2005/8/layout/vProcess5"/>
    <dgm:cxn modelId="{F57DB4CA-DF8B-E44F-A0DD-A2B580A30FA6}" type="presParOf" srcId="{DA662260-7625-D848-904A-F1C4A10D5ECE}" destId="{59F1B3A2-00CF-6C4E-BCAF-16CB3ACB4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8A6040F-0C16-4126-935D-1ED84030B112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AF25066-87F3-464D-80C6-CEBA81CF74C2}">
      <dgm:prSet/>
      <dgm:spPr/>
      <dgm:t>
        <a:bodyPr/>
        <a:lstStyle/>
        <a:p>
          <a:r>
            <a:rPr lang="hu-HU"/>
            <a:t>Building a faster and more scalable infrastructure</a:t>
          </a:r>
          <a:endParaRPr lang="en-US"/>
        </a:p>
      </dgm:t>
    </dgm:pt>
    <dgm:pt modelId="{7F9788DE-48F2-462F-B779-59645F4EB771}" type="parTrans" cxnId="{AE3CDF23-983D-4997-873D-6BD426448662}">
      <dgm:prSet/>
      <dgm:spPr/>
      <dgm:t>
        <a:bodyPr/>
        <a:lstStyle/>
        <a:p>
          <a:endParaRPr lang="en-US"/>
        </a:p>
      </dgm:t>
    </dgm:pt>
    <dgm:pt modelId="{A110BF06-CA25-4F59-9B1A-E9FD3DEC3942}" type="sibTrans" cxnId="{AE3CDF23-983D-4997-873D-6BD426448662}">
      <dgm:prSet/>
      <dgm:spPr/>
      <dgm:t>
        <a:bodyPr/>
        <a:lstStyle/>
        <a:p>
          <a:endParaRPr lang="en-US"/>
        </a:p>
      </dgm:t>
    </dgm:pt>
    <dgm:pt modelId="{D82CA5D1-F03D-4570-A52C-BD3829600940}">
      <dgm:prSet/>
      <dgm:spPr/>
      <dgm:t>
        <a:bodyPr/>
        <a:lstStyle/>
        <a:p>
          <a:r>
            <a:rPr lang="en-US"/>
            <a:t>Implementing cloud integration</a:t>
          </a:r>
        </a:p>
      </dgm:t>
    </dgm:pt>
    <dgm:pt modelId="{0525E6ED-A4FA-4EC9-951A-18BD013A97E5}" type="parTrans" cxnId="{15BDBCE2-D20E-4A1F-9E48-73B29A44953B}">
      <dgm:prSet/>
      <dgm:spPr/>
      <dgm:t>
        <a:bodyPr/>
        <a:lstStyle/>
        <a:p>
          <a:endParaRPr lang="en-US"/>
        </a:p>
      </dgm:t>
    </dgm:pt>
    <dgm:pt modelId="{B6D4FC03-2248-48A0-9966-38159E46FE3B}" type="sibTrans" cxnId="{15BDBCE2-D20E-4A1F-9E48-73B29A44953B}">
      <dgm:prSet/>
      <dgm:spPr/>
      <dgm:t>
        <a:bodyPr/>
        <a:lstStyle/>
        <a:p>
          <a:endParaRPr lang="en-US"/>
        </a:p>
      </dgm:t>
    </dgm:pt>
    <dgm:pt modelId="{F626BBE1-BF07-4B3A-9244-D192FAADC296}">
      <dgm:prSet/>
      <dgm:spPr/>
      <dgm:t>
        <a:bodyPr/>
        <a:lstStyle/>
        <a:p>
          <a:r>
            <a:rPr lang="en-US"/>
            <a:t>Further improving network security</a:t>
          </a:r>
        </a:p>
      </dgm:t>
    </dgm:pt>
    <dgm:pt modelId="{C654FB9B-83B0-4C64-91F2-E28720F19CE8}" type="parTrans" cxnId="{7C65A8F8-4A1A-4116-852B-23C168C1628A}">
      <dgm:prSet/>
      <dgm:spPr/>
      <dgm:t>
        <a:bodyPr/>
        <a:lstStyle/>
        <a:p>
          <a:endParaRPr lang="en-US"/>
        </a:p>
      </dgm:t>
    </dgm:pt>
    <dgm:pt modelId="{A689D167-8D2A-4C79-82E4-54CEFC3681D9}" type="sibTrans" cxnId="{7C65A8F8-4A1A-4116-852B-23C168C1628A}">
      <dgm:prSet/>
      <dgm:spPr/>
      <dgm:t>
        <a:bodyPr/>
        <a:lstStyle/>
        <a:p>
          <a:endParaRPr lang="en-US"/>
        </a:p>
      </dgm:t>
    </dgm:pt>
    <dgm:pt modelId="{CDB93DA1-5178-4249-B78C-E395F30FB553}" type="pres">
      <dgm:prSet presAssocID="{D8A6040F-0C16-4126-935D-1ED84030B1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9DA8C4-863E-9A43-833B-6EDF1768622C}" type="pres">
      <dgm:prSet presAssocID="{7AF25066-87F3-464D-80C6-CEBA81CF74C2}" presName="hierRoot1" presStyleCnt="0"/>
      <dgm:spPr/>
    </dgm:pt>
    <dgm:pt modelId="{C7B80F3F-73ED-D44E-8758-8C4F3CC17F39}" type="pres">
      <dgm:prSet presAssocID="{7AF25066-87F3-464D-80C6-CEBA81CF74C2}" presName="composite" presStyleCnt="0"/>
      <dgm:spPr/>
    </dgm:pt>
    <dgm:pt modelId="{69170AC2-B2CA-7A43-98D0-DCA40EAAB270}" type="pres">
      <dgm:prSet presAssocID="{7AF25066-87F3-464D-80C6-CEBA81CF74C2}" presName="background" presStyleLbl="node0" presStyleIdx="0" presStyleCnt="3"/>
      <dgm:spPr/>
    </dgm:pt>
    <dgm:pt modelId="{9F1E82CF-8594-A242-9222-5B96E8234F50}" type="pres">
      <dgm:prSet presAssocID="{7AF25066-87F3-464D-80C6-CEBA81CF74C2}" presName="text" presStyleLbl="fgAcc0" presStyleIdx="0" presStyleCnt="3">
        <dgm:presLayoutVars>
          <dgm:chPref val="3"/>
        </dgm:presLayoutVars>
      </dgm:prSet>
      <dgm:spPr/>
    </dgm:pt>
    <dgm:pt modelId="{B4486A55-9EFE-064C-9ABB-34AD45D828CF}" type="pres">
      <dgm:prSet presAssocID="{7AF25066-87F3-464D-80C6-CEBA81CF74C2}" presName="hierChild2" presStyleCnt="0"/>
      <dgm:spPr/>
    </dgm:pt>
    <dgm:pt modelId="{8EC333AE-C5C9-124D-B000-E0F67EAD48C4}" type="pres">
      <dgm:prSet presAssocID="{D82CA5D1-F03D-4570-A52C-BD3829600940}" presName="hierRoot1" presStyleCnt="0"/>
      <dgm:spPr/>
    </dgm:pt>
    <dgm:pt modelId="{4C133E9D-D74D-CB44-8E17-ECFC83E2B5DB}" type="pres">
      <dgm:prSet presAssocID="{D82CA5D1-F03D-4570-A52C-BD3829600940}" presName="composite" presStyleCnt="0"/>
      <dgm:spPr/>
    </dgm:pt>
    <dgm:pt modelId="{F6F1EC4F-7BAA-8348-9AFE-6FB12043BE06}" type="pres">
      <dgm:prSet presAssocID="{D82CA5D1-F03D-4570-A52C-BD3829600940}" presName="background" presStyleLbl="node0" presStyleIdx="1" presStyleCnt="3"/>
      <dgm:spPr/>
    </dgm:pt>
    <dgm:pt modelId="{E9DE5ACD-9A9C-5149-8FA3-9C3CF7CF51A7}" type="pres">
      <dgm:prSet presAssocID="{D82CA5D1-F03D-4570-A52C-BD3829600940}" presName="text" presStyleLbl="fgAcc0" presStyleIdx="1" presStyleCnt="3">
        <dgm:presLayoutVars>
          <dgm:chPref val="3"/>
        </dgm:presLayoutVars>
      </dgm:prSet>
      <dgm:spPr/>
    </dgm:pt>
    <dgm:pt modelId="{966885DF-5D6A-AE42-B886-83857EF7DC02}" type="pres">
      <dgm:prSet presAssocID="{D82CA5D1-F03D-4570-A52C-BD3829600940}" presName="hierChild2" presStyleCnt="0"/>
      <dgm:spPr/>
    </dgm:pt>
    <dgm:pt modelId="{245A4271-6F55-2243-9681-9B77FEB16130}" type="pres">
      <dgm:prSet presAssocID="{F626BBE1-BF07-4B3A-9244-D192FAADC296}" presName="hierRoot1" presStyleCnt="0"/>
      <dgm:spPr/>
    </dgm:pt>
    <dgm:pt modelId="{481AB7A0-14B4-524F-94E1-7B4BA93FBDE6}" type="pres">
      <dgm:prSet presAssocID="{F626BBE1-BF07-4B3A-9244-D192FAADC296}" presName="composite" presStyleCnt="0"/>
      <dgm:spPr/>
    </dgm:pt>
    <dgm:pt modelId="{768973E8-FC52-6841-8DC4-A81DB071916E}" type="pres">
      <dgm:prSet presAssocID="{F626BBE1-BF07-4B3A-9244-D192FAADC296}" presName="background" presStyleLbl="node0" presStyleIdx="2" presStyleCnt="3"/>
      <dgm:spPr/>
    </dgm:pt>
    <dgm:pt modelId="{0DF91388-21D0-D64F-A04E-E05828D74C57}" type="pres">
      <dgm:prSet presAssocID="{F626BBE1-BF07-4B3A-9244-D192FAADC296}" presName="text" presStyleLbl="fgAcc0" presStyleIdx="2" presStyleCnt="3">
        <dgm:presLayoutVars>
          <dgm:chPref val="3"/>
        </dgm:presLayoutVars>
      </dgm:prSet>
      <dgm:spPr/>
    </dgm:pt>
    <dgm:pt modelId="{106C646B-423D-5742-9160-F7E5167030A9}" type="pres">
      <dgm:prSet presAssocID="{F626BBE1-BF07-4B3A-9244-D192FAADC296}" presName="hierChild2" presStyleCnt="0"/>
      <dgm:spPr/>
    </dgm:pt>
  </dgm:ptLst>
  <dgm:cxnLst>
    <dgm:cxn modelId="{F739DB0C-A2D2-4941-B364-B39D24925BAB}" type="presOf" srcId="{F626BBE1-BF07-4B3A-9244-D192FAADC296}" destId="{0DF91388-21D0-D64F-A04E-E05828D74C57}" srcOrd="0" destOrd="0" presId="urn:microsoft.com/office/officeart/2005/8/layout/hierarchy1"/>
    <dgm:cxn modelId="{8AA70C0D-A827-9F4F-935C-F109DA5B2B21}" type="presOf" srcId="{7AF25066-87F3-464D-80C6-CEBA81CF74C2}" destId="{9F1E82CF-8594-A242-9222-5B96E8234F50}" srcOrd="0" destOrd="0" presId="urn:microsoft.com/office/officeart/2005/8/layout/hierarchy1"/>
    <dgm:cxn modelId="{2D38E219-E276-274F-BE84-6EF70A903880}" type="presOf" srcId="{D8A6040F-0C16-4126-935D-1ED84030B112}" destId="{CDB93DA1-5178-4249-B78C-E395F30FB553}" srcOrd="0" destOrd="0" presId="urn:microsoft.com/office/officeart/2005/8/layout/hierarchy1"/>
    <dgm:cxn modelId="{6286D21A-F6EE-7D47-B997-3E9EDA239335}" type="presOf" srcId="{D82CA5D1-F03D-4570-A52C-BD3829600940}" destId="{E9DE5ACD-9A9C-5149-8FA3-9C3CF7CF51A7}" srcOrd="0" destOrd="0" presId="urn:microsoft.com/office/officeart/2005/8/layout/hierarchy1"/>
    <dgm:cxn modelId="{AE3CDF23-983D-4997-873D-6BD426448662}" srcId="{D8A6040F-0C16-4126-935D-1ED84030B112}" destId="{7AF25066-87F3-464D-80C6-CEBA81CF74C2}" srcOrd="0" destOrd="0" parTransId="{7F9788DE-48F2-462F-B779-59645F4EB771}" sibTransId="{A110BF06-CA25-4F59-9B1A-E9FD3DEC3942}"/>
    <dgm:cxn modelId="{15BDBCE2-D20E-4A1F-9E48-73B29A44953B}" srcId="{D8A6040F-0C16-4126-935D-1ED84030B112}" destId="{D82CA5D1-F03D-4570-A52C-BD3829600940}" srcOrd="1" destOrd="0" parTransId="{0525E6ED-A4FA-4EC9-951A-18BD013A97E5}" sibTransId="{B6D4FC03-2248-48A0-9966-38159E46FE3B}"/>
    <dgm:cxn modelId="{7C65A8F8-4A1A-4116-852B-23C168C1628A}" srcId="{D8A6040F-0C16-4126-935D-1ED84030B112}" destId="{F626BBE1-BF07-4B3A-9244-D192FAADC296}" srcOrd="2" destOrd="0" parTransId="{C654FB9B-83B0-4C64-91F2-E28720F19CE8}" sibTransId="{A689D167-8D2A-4C79-82E4-54CEFC3681D9}"/>
    <dgm:cxn modelId="{63A2B97D-40B7-464C-827F-11BA7E52540F}" type="presParOf" srcId="{CDB93DA1-5178-4249-B78C-E395F30FB553}" destId="{469DA8C4-863E-9A43-833B-6EDF1768622C}" srcOrd="0" destOrd="0" presId="urn:microsoft.com/office/officeart/2005/8/layout/hierarchy1"/>
    <dgm:cxn modelId="{85C966AD-2B3B-0342-A9A5-F05F0F35EAF0}" type="presParOf" srcId="{469DA8C4-863E-9A43-833B-6EDF1768622C}" destId="{C7B80F3F-73ED-D44E-8758-8C4F3CC17F39}" srcOrd="0" destOrd="0" presId="urn:microsoft.com/office/officeart/2005/8/layout/hierarchy1"/>
    <dgm:cxn modelId="{2588FD44-A00C-5E4D-87D0-149A1CF04232}" type="presParOf" srcId="{C7B80F3F-73ED-D44E-8758-8C4F3CC17F39}" destId="{69170AC2-B2CA-7A43-98D0-DCA40EAAB270}" srcOrd="0" destOrd="0" presId="urn:microsoft.com/office/officeart/2005/8/layout/hierarchy1"/>
    <dgm:cxn modelId="{8DCE41E7-6BAE-0146-8578-6C53DE9CC105}" type="presParOf" srcId="{C7B80F3F-73ED-D44E-8758-8C4F3CC17F39}" destId="{9F1E82CF-8594-A242-9222-5B96E8234F50}" srcOrd="1" destOrd="0" presId="urn:microsoft.com/office/officeart/2005/8/layout/hierarchy1"/>
    <dgm:cxn modelId="{9B23C5CD-3F78-9F4C-9255-6B1FCFCD0976}" type="presParOf" srcId="{469DA8C4-863E-9A43-833B-6EDF1768622C}" destId="{B4486A55-9EFE-064C-9ABB-34AD45D828CF}" srcOrd="1" destOrd="0" presId="urn:microsoft.com/office/officeart/2005/8/layout/hierarchy1"/>
    <dgm:cxn modelId="{A7C9135E-6D33-944E-B685-2111D8445908}" type="presParOf" srcId="{CDB93DA1-5178-4249-B78C-E395F30FB553}" destId="{8EC333AE-C5C9-124D-B000-E0F67EAD48C4}" srcOrd="1" destOrd="0" presId="urn:microsoft.com/office/officeart/2005/8/layout/hierarchy1"/>
    <dgm:cxn modelId="{5DEE61B2-2CCF-B948-83FF-B8DB001F8EED}" type="presParOf" srcId="{8EC333AE-C5C9-124D-B000-E0F67EAD48C4}" destId="{4C133E9D-D74D-CB44-8E17-ECFC83E2B5DB}" srcOrd="0" destOrd="0" presId="urn:microsoft.com/office/officeart/2005/8/layout/hierarchy1"/>
    <dgm:cxn modelId="{91DCA858-2D8E-C64F-886F-F6A0CC7826D8}" type="presParOf" srcId="{4C133E9D-D74D-CB44-8E17-ECFC83E2B5DB}" destId="{F6F1EC4F-7BAA-8348-9AFE-6FB12043BE06}" srcOrd="0" destOrd="0" presId="urn:microsoft.com/office/officeart/2005/8/layout/hierarchy1"/>
    <dgm:cxn modelId="{207CEF40-AA9B-4C48-BBDE-241F39572FD8}" type="presParOf" srcId="{4C133E9D-D74D-CB44-8E17-ECFC83E2B5DB}" destId="{E9DE5ACD-9A9C-5149-8FA3-9C3CF7CF51A7}" srcOrd="1" destOrd="0" presId="urn:microsoft.com/office/officeart/2005/8/layout/hierarchy1"/>
    <dgm:cxn modelId="{7D068C6D-289A-0D44-9FA1-D4F36C52C5A1}" type="presParOf" srcId="{8EC333AE-C5C9-124D-B000-E0F67EAD48C4}" destId="{966885DF-5D6A-AE42-B886-83857EF7DC02}" srcOrd="1" destOrd="0" presId="urn:microsoft.com/office/officeart/2005/8/layout/hierarchy1"/>
    <dgm:cxn modelId="{D181F4F1-94CC-7346-BCDA-818DC7F82232}" type="presParOf" srcId="{CDB93DA1-5178-4249-B78C-E395F30FB553}" destId="{245A4271-6F55-2243-9681-9B77FEB16130}" srcOrd="2" destOrd="0" presId="urn:microsoft.com/office/officeart/2005/8/layout/hierarchy1"/>
    <dgm:cxn modelId="{E4CE6C1A-2BCB-2441-AAA4-984055A6CE28}" type="presParOf" srcId="{245A4271-6F55-2243-9681-9B77FEB16130}" destId="{481AB7A0-14B4-524F-94E1-7B4BA93FBDE6}" srcOrd="0" destOrd="0" presId="urn:microsoft.com/office/officeart/2005/8/layout/hierarchy1"/>
    <dgm:cxn modelId="{B4F77739-EB5E-8548-933E-567C7E12956A}" type="presParOf" srcId="{481AB7A0-14B4-524F-94E1-7B4BA93FBDE6}" destId="{768973E8-FC52-6841-8DC4-A81DB071916E}" srcOrd="0" destOrd="0" presId="urn:microsoft.com/office/officeart/2005/8/layout/hierarchy1"/>
    <dgm:cxn modelId="{66AB1D57-1CC1-034F-8207-D3BC553A0FAA}" type="presParOf" srcId="{481AB7A0-14B4-524F-94E1-7B4BA93FBDE6}" destId="{0DF91388-21D0-D64F-A04E-E05828D74C57}" srcOrd="1" destOrd="0" presId="urn:microsoft.com/office/officeart/2005/8/layout/hierarchy1"/>
    <dgm:cxn modelId="{41CE84DD-F8D0-2B40-A32C-E10AA4BCA67D}" type="presParOf" srcId="{245A4271-6F55-2243-9681-9B77FEB16130}" destId="{106C646B-423D-5742-9160-F7E5167030A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1C857-F513-4049-8A7D-0E6D9DAEE92A}">
      <dsp:nvSpPr>
        <dsp:cNvPr id="0" name=""/>
        <dsp:cNvSpPr/>
      </dsp:nvSpPr>
      <dsp:spPr>
        <a:xfrm>
          <a:off x="0" y="555403"/>
          <a:ext cx="6393159" cy="15210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Designing and implementing the complete network architecture
Detailed configuration of routers and switches in Cisco Packet Tracer
Setting up VLANs and inter-VLAN routing (router-on-a-stick / multilayer switch)
Configuring network security solutions:</a:t>
          </a:r>
          <a:r>
            <a:rPr lang="hu-HU" sz="1200" kern="1200" dirty="0"/>
            <a:t> </a:t>
          </a:r>
          <a:r>
            <a:rPr lang="en-US" sz="1200" kern="1200" dirty="0"/>
            <a:t>ACLs, Port Security, NAT, DHCP, DNS, FTP, and web services</a:t>
          </a:r>
        </a:p>
      </dsp:txBody>
      <dsp:txXfrm>
        <a:off x="0" y="555403"/>
        <a:ext cx="6393159" cy="1521072"/>
      </dsp:txXfrm>
    </dsp:sp>
    <dsp:sp modelId="{7C6A9E6F-4BE1-394B-8AE2-F65DF8BA0C74}">
      <dsp:nvSpPr>
        <dsp:cNvPr id="0" name=""/>
        <dsp:cNvSpPr/>
      </dsp:nvSpPr>
      <dsp:spPr>
        <a:xfrm>
          <a:off x="306447" y="121474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dirty="0"/>
            <a:t>Main </a:t>
          </a:r>
          <a:r>
            <a:rPr lang="hu-HU" sz="1200" kern="1200" dirty="0" err="1"/>
            <a:t>tasks</a:t>
          </a:r>
          <a:r>
            <a:rPr lang="hu-HU" sz="1200" kern="1200" dirty="0"/>
            <a:t>:</a:t>
          </a:r>
          <a:endParaRPr lang="en-US" sz="1200" kern="1200" dirty="0"/>
        </a:p>
      </dsp:txBody>
      <dsp:txXfrm>
        <a:off x="325181" y="140208"/>
        <a:ext cx="4629315" cy="346292"/>
      </dsp:txXfrm>
    </dsp:sp>
    <dsp:sp modelId="{9EBBE25A-E074-6343-968E-8ADBBE46CF01}">
      <dsp:nvSpPr>
        <dsp:cNvPr id="0" name=""/>
        <dsp:cNvSpPr/>
      </dsp:nvSpPr>
      <dsp:spPr>
        <a:xfrm>
          <a:off x="0" y="2338556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B3A44-E584-6D4C-BE1F-B00426E876C0}">
      <dsp:nvSpPr>
        <dsp:cNvPr id="0" name=""/>
        <dsp:cNvSpPr/>
      </dsp:nvSpPr>
      <dsp:spPr>
        <a:xfrm>
          <a:off x="333341" y="214667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dirty="0" err="1"/>
            <a:t>Routing</a:t>
          </a:r>
          <a:r>
            <a:rPr lang="hu-HU" sz="1200" kern="1200" dirty="0"/>
            <a:t> </a:t>
          </a:r>
          <a:r>
            <a:rPr lang="hu-HU" sz="1200" kern="1200" dirty="0" err="1"/>
            <a:t>settings</a:t>
          </a:r>
          <a:r>
            <a:rPr lang="hu-HU" sz="1200" kern="1200" dirty="0"/>
            <a:t> (statikus </a:t>
          </a:r>
          <a:r>
            <a:rPr lang="hu-HU" sz="1200" kern="1200" dirty="0" err="1"/>
            <a:t>routs</a:t>
          </a:r>
          <a:r>
            <a:rPr lang="hu-HU" sz="1200" kern="1200" dirty="0"/>
            <a:t>, OSPF)</a:t>
          </a:r>
          <a:endParaRPr lang="en-US" sz="1200" kern="1200" dirty="0"/>
        </a:p>
      </dsp:txBody>
      <dsp:txXfrm>
        <a:off x="352075" y="2165410"/>
        <a:ext cx="4629315" cy="346292"/>
      </dsp:txXfrm>
    </dsp:sp>
    <dsp:sp modelId="{65AF51D9-BE78-A849-9E57-0C739029E794}">
      <dsp:nvSpPr>
        <dsp:cNvPr id="0" name=""/>
        <dsp:cNvSpPr/>
      </dsp:nvSpPr>
      <dsp:spPr>
        <a:xfrm>
          <a:off x="0" y="2928236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418CD-C80B-E645-997B-1E89954C109F}">
      <dsp:nvSpPr>
        <dsp:cNvPr id="0" name=""/>
        <dsp:cNvSpPr/>
      </dsp:nvSpPr>
      <dsp:spPr>
        <a:xfrm>
          <a:off x="333341" y="273635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 dirty="0" err="1"/>
            <a:t>Deploying</a:t>
          </a:r>
          <a:r>
            <a:rPr lang="hu-HU" sz="1200" kern="1200" dirty="0"/>
            <a:t> a </a:t>
          </a:r>
          <a:r>
            <a:rPr lang="hu-HU" sz="1200" kern="1200" dirty="0" err="1"/>
            <a:t>multilayer</a:t>
          </a:r>
          <a:r>
            <a:rPr lang="hu-HU" sz="1200" kern="1200" dirty="0"/>
            <a:t> </a:t>
          </a:r>
          <a:r>
            <a:rPr lang="hu-HU" sz="1200" kern="1200" dirty="0" err="1"/>
            <a:t>switch</a:t>
          </a:r>
          <a:r>
            <a:rPr lang="hu-HU" sz="1200" kern="1200" dirty="0"/>
            <a:t> in </a:t>
          </a:r>
          <a:r>
            <a:rPr lang="hu-HU" sz="1200" kern="1200" dirty="0" err="1"/>
            <a:t>the</a:t>
          </a:r>
          <a:r>
            <a:rPr lang="hu-HU" sz="1200" kern="1200" dirty="0"/>
            <a:t> </a:t>
          </a:r>
          <a:r>
            <a:rPr lang="hu-HU" sz="1200" kern="1200" dirty="0" err="1"/>
            <a:t>development</a:t>
          </a:r>
          <a:r>
            <a:rPr lang="hu-HU" sz="1200" kern="1200" dirty="0"/>
            <a:t> </a:t>
          </a:r>
          <a:r>
            <a:rPr lang="hu-HU" sz="1200" kern="1200" dirty="0" err="1"/>
            <a:t>network</a:t>
          </a:r>
          <a:endParaRPr lang="en-US" sz="1200" kern="1200" dirty="0"/>
        </a:p>
      </dsp:txBody>
      <dsp:txXfrm>
        <a:off x="352075" y="2755090"/>
        <a:ext cx="4629315" cy="346292"/>
      </dsp:txXfrm>
    </dsp:sp>
    <dsp:sp modelId="{E15F7CB0-E721-F040-87F9-FFAA3A430B5C}">
      <dsp:nvSpPr>
        <dsp:cNvPr id="0" name=""/>
        <dsp:cNvSpPr/>
      </dsp:nvSpPr>
      <dsp:spPr>
        <a:xfrm>
          <a:off x="0" y="3517916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6442D-1350-CE45-9B91-CDB0C40CBD14}">
      <dsp:nvSpPr>
        <dsp:cNvPr id="0" name=""/>
        <dsp:cNvSpPr/>
      </dsp:nvSpPr>
      <dsp:spPr>
        <a:xfrm>
          <a:off x="333341" y="332603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Monitoring network operation and troubleshooting issues</a:t>
          </a:r>
        </a:p>
      </dsp:txBody>
      <dsp:txXfrm>
        <a:off x="352075" y="3344770"/>
        <a:ext cx="4629315" cy="346292"/>
      </dsp:txXfrm>
    </dsp:sp>
    <dsp:sp modelId="{D30CEB13-D98B-0E44-83FC-AE811DA49236}">
      <dsp:nvSpPr>
        <dsp:cNvPr id="0" name=""/>
        <dsp:cNvSpPr/>
      </dsp:nvSpPr>
      <dsp:spPr>
        <a:xfrm>
          <a:off x="0" y="4107596"/>
          <a:ext cx="6666833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Key role in the technical implementation of the network</a:t>
          </a:r>
          <a:endParaRPr lang="hu-HU" sz="1200" b="0" i="0" u="none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Developing a secure and functional corporate network prototype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Professional guidance and technical coordination of the project</a:t>
          </a:r>
        </a:p>
      </dsp:txBody>
      <dsp:txXfrm>
        <a:off x="0" y="4107596"/>
        <a:ext cx="6666833" cy="982799"/>
      </dsp:txXfrm>
    </dsp:sp>
    <dsp:sp modelId="{F4B59C57-3486-BB42-A330-A120B48F00D0}">
      <dsp:nvSpPr>
        <dsp:cNvPr id="0" name=""/>
        <dsp:cNvSpPr/>
      </dsp:nvSpPr>
      <dsp:spPr>
        <a:xfrm>
          <a:off x="333341" y="3915716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Contribution to the project:</a:t>
          </a:r>
          <a:endParaRPr lang="hu-HU" sz="1200" b="0" i="0" u="none" kern="1200" dirty="0"/>
        </a:p>
      </dsp:txBody>
      <dsp:txXfrm>
        <a:off x="352075" y="3934450"/>
        <a:ext cx="4629315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75E39-828C-6A49-9B40-611F65DFA380}">
      <dsp:nvSpPr>
        <dsp:cNvPr id="0" name=""/>
        <dsp:cNvSpPr/>
      </dsp:nvSpPr>
      <dsp:spPr>
        <a:xfrm>
          <a:off x="0" y="636975"/>
          <a:ext cx="6715125" cy="3115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79044" rIns="521168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Designing the logical and physical structure of the network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Basic configuration of routers and switches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Creating VLANs and connecting endpoints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Planning IP addressing (static and dynamic)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Testing connections (ping, traceroute)</a:t>
          </a:r>
        </a:p>
      </dsp:txBody>
      <dsp:txXfrm>
        <a:off x="0" y="636975"/>
        <a:ext cx="6715125" cy="3115349"/>
      </dsp:txXfrm>
    </dsp:sp>
    <dsp:sp modelId="{35CF27D6-ED3B-4E40-A034-ABC1F9FEFBC1}">
      <dsp:nvSpPr>
        <dsp:cNvPr id="0" name=""/>
        <dsp:cNvSpPr/>
      </dsp:nvSpPr>
      <dsp:spPr>
        <a:xfrm>
          <a:off x="335756" y="297495"/>
          <a:ext cx="4700587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Main </a:t>
          </a:r>
          <a:r>
            <a:rPr lang="hu-HU" sz="2300" kern="1200" dirty="0" err="1"/>
            <a:t>Tasks</a:t>
          </a:r>
          <a:r>
            <a:rPr lang="hu-HU" sz="2300" kern="1200" dirty="0"/>
            <a:t>:</a:t>
          </a:r>
          <a:endParaRPr lang="en-US" sz="2300" kern="1200" dirty="0"/>
        </a:p>
      </dsp:txBody>
      <dsp:txXfrm>
        <a:off x="368900" y="330639"/>
        <a:ext cx="4634299" cy="612672"/>
      </dsp:txXfrm>
    </dsp:sp>
    <dsp:sp modelId="{6EC4006E-E1DA-2D4C-A2B2-F9FDA48DA1C3}">
      <dsp:nvSpPr>
        <dsp:cNvPr id="0" name=""/>
        <dsp:cNvSpPr/>
      </dsp:nvSpPr>
      <dsp:spPr>
        <a:xfrm>
          <a:off x="0" y="4216005"/>
          <a:ext cx="6715125" cy="1630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79044" rIns="521168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 dirty="0" err="1"/>
            <a:t>Establishing</a:t>
          </a:r>
          <a:r>
            <a:rPr lang="hu-HU" sz="2300" kern="1200" dirty="0"/>
            <a:t> site and </a:t>
          </a:r>
          <a:r>
            <a:rPr lang="hu-HU" sz="2300" kern="1200" dirty="0" err="1"/>
            <a:t>department-level</a:t>
          </a:r>
          <a:r>
            <a:rPr lang="hu-HU" sz="2300" kern="1200" dirty="0"/>
            <a:t> </a:t>
          </a:r>
          <a:r>
            <a:rPr lang="hu-HU" sz="2300" kern="1200" dirty="0" err="1"/>
            <a:t>network</a:t>
          </a:r>
          <a:r>
            <a:rPr lang="hu-HU" sz="2300" kern="1200" dirty="0"/>
            <a:t> </a:t>
          </a:r>
          <a:r>
            <a:rPr lang="hu-HU" sz="2300" kern="1200" dirty="0" err="1"/>
            <a:t>structure</a:t>
          </a:r>
          <a:r>
            <a:rPr lang="hu-HU" sz="2300" kern="1200" dirty="0"/>
            <a:t> </a:t>
          </a:r>
          <a:r>
            <a:rPr lang="hu-HU" sz="2300" kern="1200" dirty="0" err="1"/>
            <a:t>Providing</a:t>
          </a:r>
          <a:r>
            <a:rPr lang="hu-HU" sz="2300" kern="1200" dirty="0"/>
            <a:t> a </a:t>
          </a:r>
          <a:r>
            <a:rPr lang="hu-HU" sz="2300" kern="1200" dirty="0" err="1"/>
            <a:t>stable</a:t>
          </a:r>
          <a:r>
            <a:rPr lang="hu-HU" sz="2300" kern="1200" dirty="0"/>
            <a:t> </a:t>
          </a:r>
          <a:r>
            <a:rPr lang="hu-HU" sz="2300" kern="1200" dirty="0" err="1"/>
            <a:t>foundation</a:t>
          </a:r>
          <a:r>
            <a:rPr lang="hu-HU" sz="2300" kern="1200" dirty="0"/>
            <a:t> </a:t>
          </a:r>
          <a:r>
            <a:rPr lang="hu-HU" sz="2300" kern="1200" dirty="0" err="1"/>
            <a:t>for</a:t>
          </a:r>
          <a:r>
            <a:rPr lang="hu-HU" sz="2300" kern="1200" dirty="0"/>
            <a:t> </a:t>
          </a:r>
          <a:r>
            <a:rPr lang="hu-HU" sz="2300" kern="1200" dirty="0" err="1"/>
            <a:t>further</a:t>
          </a:r>
          <a:r>
            <a:rPr lang="hu-HU" sz="2300" kern="1200" dirty="0"/>
            <a:t> </a:t>
          </a:r>
          <a:r>
            <a:rPr lang="hu-HU" sz="2300" kern="1200" dirty="0" err="1"/>
            <a:t>configurations</a:t>
          </a:r>
          <a:endParaRPr lang="en-US" sz="2300" kern="1200" dirty="0"/>
        </a:p>
      </dsp:txBody>
      <dsp:txXfrm>
        <a:off x="0" y="4216005"/>
        <a:ext cx="6715125" cy="1630125"/>
      </dsp:txXfrm>
    </dsp:sp>
    <dsp:sp modelId="{2F01B9DB-C62C-4444-B4E4-5921EAF799EB}">
      <dsp:nvSpPr>
        <dsp:cNvPr id="0" name=""/>
        <dsp:cNvSpPr/>
      </dsp:nvSpPr>
      <dsp:spPr>
        <a:xfrm>
          <a:off x="335756" y="3876525"/>
          <a:ext cx="4700587" cy="678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 err="1"/>
            <a:t>Contribution</a:t>
          </a:r>
          <a:r>
            <a:rPr lang="hu-HU" sz="2300" kern="1200" dirty="0"/>
            <a:t> </a:t>
          </a:r>
          <a:r>
            <a:rPr lang="hu-HU" sz="2300" kern="1200" dirty="0" err="1"/>
            <a:t>to</a:t>
          </a:r>
          <a:r>
            <a:rPr lang="hu-HU" sz="2300" kern="1200" dirty="0"/>
            <a:t> </a:t>
          </a:r>
          <a:r>
            <a:rPr lang="hu-HU" sz="2300" kern="1200" dirty="0" err="1"/>
            <a:t>the</a:t>
          </a:r>
          <a:r>
            <a:rPr lang="hu-HU" sz="2300" kern="1200" dirty="0"/>
            <a:t> Project:</a:t>
          </a:r>
          <a:endParaRPr lang="en-US" sz="2300" kern="1200" dirty="0"/>
        </a:p>
      </dsp:txBody>
      <dsp:txXfrm>
        <a:off x="368900" y="3909669"/>
        <a:ext cx="4634299" cy="612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1EA1B-D041-BA45-8138-0BA04CF5A2E6}">
      <dsp:nvSpPr>
        <dsp:cNvPr id="0" name=""/>
        <dsp:cNvSpPr/>
      </dsp:nvSpPr>
      <dsp:spPr>
        <a:xfrm>
          <a:off x="2" y="224670"/>
          <a:ext cx="4913783" cy="66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Main </a:t>
          </a:r>
          <a:r>
            <a:rPr lang="hu-HU" sz="2300" kern="1200" dirty="0" err="1"/>
            <a:t>tasks</a:t>
          </a:r>
          <a:r>
            <a:rPr lang="hu-HU" sz="2300" kern="1200" dirty="0"/>
            <a:t>:</a:t>
          </a:r>
          <a:endParaRPr lang="en-US" sz="2300" kern="1200" dirty="0"/>
        </a:p>
      </dsp:txBody>
      <dsp:txXfrm>
        <a:off x="2" y="224670"/>
        <a:ext cx="4913783" cy="662400"/>
      </dsp:txXfrm>
    </dsp:sp>
    <dsp:sp modelId="{98EEE2F4-45D8-6846-9DBC-9908893138B4}">
      <dsp:nvSpPr>
        <dsp:cNvPr id="0" name=""/>
        <dsp:cNvSpPr/>
      </dsp:nvSpPr>
      <dsp:spPr>
        <a:xfrm>
          <a:off x="51" y="905816"/>
          <a:ext cx="4913783" cy="27996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Create, update and track Jira tasks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Manage time spent (worklog) Complete network configuration tasks more easily Support testing process (record PASS / </a:t>
          </a:r>
          <a:r>
            <a:rPr lang="en-US" sz="2300" kern="1200" dirty="0" err="1"/>
            <a:t>FAlL</a:t>
          </a:r>
          <a:r>
            <a:rPr lang="en-US" sz="2300" kern="1200" dirty="0"/>
            <a:t> cases)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Addition and review documentation</a:t>
          </a:r>
        </a:p>
      </dsp:txBody>
      <dsp:txXfrm>
        <a:off x="51" y="905816"/>
        <a:ext cx="4913783" cy="2799642"/>
      </dsp:txXfrm>
    </dsp:sp>
    <dsp:sp modelId="{8EB472FE-945F-7446-99D5-5B9261F8B987}">
      <dsp:nvSpPr>
        <dsp:cNvPr id="0" name=""/>
        <dsp:cNvSpPr/>
      </dsp:nvSpPr>
      <dsp:spPr>
        <a:xfrm>
          <a:off x="5601764" y="243416"/>
          <a:ext cx="4913783" cy="662400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 err="1"/>
            <a:t>Contribution</a:t>
          </a:r>
          <a:r>
            <a:rPr lang="hu-HU" sz="2300" kern="1200" dirty="0"/>
            <a:t> </a:t>
          </a:r>
          <a:r>
            <a:rPr lang="hu-HU" sz="2300" kern="1200" dirty="0" err="1"/>
            <a:t>to</a:t>
          </a:r>
          <a:r>
            <a:rPr lang="hu-HU" sz="2300" kern="1200" dirty="0"/>
            <a:t> </a:t>
          </a:r>
          <a:r>
            <a:rPr lang="hu-HU" sz="2300" kern="1200" dirty="0" err="1"/>
            <a:t>the</a:t>
          </a:r>
          <a:r>
            <a:rPr lang="hu-HU" sz="2300" kern="1200" dirty="0"/>
            <a:t> project:</a:t>
          </a:r>
          <a:endParaRPr lang="en-US" sz="2300" kern="1200" dirty="0"/>
        </a:p>
      </dsp:txBody>
      <dsp:txXfrm>
        <a:off x="5601764" y="243416"/>
        <a:ext cx="4913783" cy="662400"/>
      </dsp:txXfrm>
    </dsp:sp>
    <dsp:sp modelId="{AD77586D-6AC4-3049-93BA-85E85212072E}">
      <dsp:nvSpPr>
        <dsp:cNvPr id="0" name=""/>
        <dsp:cNvSpPr/>
      </dsp:nvSpPr>
      <dsp:spPr>
        <a:xfrm>
          <a:off x="5601764" y="905816"/>
          <a:ext cx="4913783" cy="2799642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dirty="0"/>
            <a:t>Ensuring project transparency using Jira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dirty="0"/>
            <a:t>Administrative and technical support for the team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dirty="0"/>
            <a:t>Assisting with testing and documentation tasks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hu-HU" sz="2300" kern="1200" dirty="0"/>
        </a:p>
      </dsp:txBody>
      <dsp:txXfrm>
        <a:off x="5601764" y="905816"/>
        <a:ext cx="4913783" cy="27996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4C1A9-2038-DB4E-8A26-FD3A5F2BDF54}">
      <dsp:nvSpPr>
        <dsp:cNvPr id="0" name=""/>
        <dsp:cNvSpPr/>
      </dsp:nvSpPr>
      <dsp:spPr>
        <a:xfrm>
          <a:off x="2780707" y="731887"/>
          <a:ext cx="5621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16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972" y="774641"/>
        <a:ext cx="29638" cy="5933"/>
      </dsp:txXfrm>
    </dsp:sp>
    <dsp:sp modelId="{604DE686-B15F-614B-A728-103C26DAE8F2}">
      <dsp:nvSpPr>
        <dsp:cNvPr id="0" name=""/>
        <dsp:cNvSpPr/>
      </dsp:nvSpPr>
      <dsp:spPr>
        <a:xfrm>
          <a:off x="205252" y="4431"/>
          <a:ext cx="2577255" cy="15463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The </a:t>
          </a:r>
          <a:r>
            <a:rPr lang="hu-HU" sz="1800" kern="1200" dirty="0" err="1"/>
            <a:t>network</a:t>
          </a:r>
          <a:r>
            <a:rPr lang="hu-HU" sz="1800" kern="1200" dirty="0"/>
            <a:t> </a:t>
          </a:r>
          <a:r>
            <a:rPr lang="hu-HU" sz="1800" kern="1200" dirty="0" err="1"/>
            <a:t>models</a:t>
          </a:r>
          <a:r>
            <a:rPr lang="hu-HU" sz="1800" kern="1200" dirty="0"/>
            <a:t> </a:t>
          </a:r>
          <a:r>
            <a:rPr lang="hu-HU" sz="1800" kern="1200" dirty="0" err="1"/>
            <a:t>the</a:t>
          </a:r>
          <a:r>
            <a:rPr lang="hu-HU" sz="1800" kern="1200" dirty="0"/>
            <a:t> </a:t>
          </a:r>
          <a:r>
            <a:rPr lang="hu-HU" sz="1800" kern="1200" dirty="0" err="1"/>
            <a:t>operation</a:t>
          </a:r>
          <a:r>
            <a:rPr lang="hu-HU" sz="1800" kern="1200" dirty="0"/>
            <a:t> of a </a:t>
          </a:r>
          <a:r>
            <a:rPr lang="hu-HU" sz="1800" kern="1200" dirty="0" err="1"/>
            <a:t>medium-sized</a:t>
          </a:r>
          <a:r>
            <a:rPr lang="hu-HU" sz="1800" kern="1200" dirty="0"/>
            <a:t> </a:t>
          </a:r>
          <a:r>
            <a:rPr lang="hu-HU" sz="1800" kern="1200" dirty="0" err="1"/>
            <a:t>company</a:t>
          </a:r>
          <a:r>
            <a:rPr lang="hu-HU" sz="1800" kern="1200" dirty="0"/>
            <a:t> </a:t>
          </a:r>
          <a:r>
            <a:rPr lang="hu-HU" sz="1800" kern="1200" dirty="0" err="1"/>
            <a:t>with</a:t>
          </a:r>
          <a:r>
            <a:rPr lang="hu-HU" sz="1800" kern="1200" dirty="0"/>
            <a:t> </a:t>
          </a:r>
          <a:r>
            <a:rPr lang="hu-HU" sz="1800" kern="1200" dirty="0" err="1"/>
            <a:t>multiple</a:t>
          </a:r>
          <a:r>
            <a:rPr lang="hu-HU" sz="1800" kern="1200" dirty="0"/>
            <a:t> </a:t>
          </a:r>
          <a:r>
            <a:rPr lang="hu-HU" sz="1800" kern="1200" dirty="0" err="1"/>
            <a:t>departments</a:t>
          </a:r>
          <a:endParaRPr lang="en-US" sz="1800" kern="1200" dirty="0"/>
        </a:p>
      </dsp:txBody>
      <dsp:txXfrm>
        <a:off x="205252" y="4431"/>
        <a:ext cx="2577255" cy="1546353"/>
      </dsp:txXfrm>
    </dsp:sp>
    <dsp:sp modelId="{CE6BC82F-D054-0A41-B927-7E5653652C9C}">
      <dsp:nvSpPr>
        <dsp:cNvPr id="0" name=""/>
        <dsp:cNvSpPr/>
      </dsp:nvSpPr>
      <dsp:spPr>
        <a:xfrm>
          <a:off x="1493879" y="1548984"/>
          <a:ext cx="3170024" cy="562168"/>
        </a:xfrm>
        <a:custGeom>
          <a:avLst/>
          <a:gdLst/>
          <a:ahLst/>
          <a:cxnLst/>
          <a:rect l="0" t="0" r="0" b="0"/>
          <a:pathLst>
            <a:path>
              <a:moveTo>
                <a:pt x="3170024" y="0"/>
              </a:moveTo>
              <a:lnTo>
                <a:pt x="3170024" y="298184"/>
              </a:lnTo>
              <a:lnTo>
                <a:pt x="0" y="298184"/>
              </a:lnTo>
              <a:lnTo>
                <a:pt x="0" y="562168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8267" y="1827102"/>
        <a:ext cx="161248" cy="5933"/>
      </dsp:txXfrm>
    </dsp:sp>
    <dsp:sp modelId="{6DF2C9C0-92D3-7940-A71A-C38E9A81E784}">
      <dsp:nvSpPr>
        <dsp:cNvPr id="0" name=""/>
        <dsp:cNvSpPr/>
      </dsp:nvSpPr>
      <dsp:spPr>
        <a:xfrm>
          <a:off x="3375276" y="4431"/>
          <a:ext cx="2577255" cy="154635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The </a:t>
          </a:r>
          <a:r>
            <a:rPr lang="hu-HU" sz="1800" kern="1200" dirty="0" err="1"/>
            <a:t>network</a:t>
          </a:r>
          <a:r>
            <a:rPr lang="hu-HU" sz="1800" kern="1200" dirty="0"/>
            <a:t> is </a:t>
          </a:r>
          <a:r>
            <a:rPr lang="hu-HU" sz="1800" kern="1200" dirty="0" err="1"/>
            <a:t>segmented</a:t>
          </a:r>
          <a:r>
            <a:rPr lang="hu-HU" sz="1800" kern="1200" dirty="0"/>
            <a:t> </a:t>
          </a:r>
          <a:r>
            <a:rPr lang="hu-HU" sz="1800" kern="1200" dirty="0" err="1"/>
            <a:t>with</a:t>
          </a:r>
          <a:r>
            <a:rPr lang="hu-HU" sz="1800" kern="1200" dirty="0"/>
            <a:t> </a:t>
          </a:r>
          <a:r>
            <a:rPr lang="hu-HU" sz="1800" kern="1200" dirty="0" err="1"/>
            <a:t>VLANs</a:t>
          </a:r>
          <a:r>
            <a:rPr lang="hu-HU" sz="1800" kern="1200" dirty="0"/>
            <a:t>, </a:t>
          </a:r>
          <a:r>
            <a:rPr lang="hu-HU" sz="1800" kern="1200" dirty="0" err="1"/>
            <a:t>each</a:t>
          </a:r>
          <a:r>
            <a:rPr lang="hu-HU" sz="1800" kern="1200" dirty="0"/>
            <a:t> </a:t>
          </a:r>
          <a:r>
            <a:rPr lang="hu-HU" sz="1800" kern="1200" dirty="0" err="1"/>
            <a:t>department</a:t>
          </a:r>
          <a:r>
            <a:rPr lang="hu-HU" sz="1800" kern="1200" dirty="0"/>
            <a:t> </a:t>
          </a:r>
          <a:r>
            <a:rPr lang="hu-HU" sz="1800" kern="1200" dirty="0" err="1"/>
            <a:t>having</a:t>
          </a:r>
          <a:r>
            <a:rPr lang="hu-HU" sz="1800" kern="1200" dirty="0"/>
            <a:t> </a:t>
          </a:r>
          <a:r>
            <a:rPr lang="hu-HU" sz="1800" kern="1200" dirty="0" err="1"/>
            <a:t>its</a:t>
          </a:r>
          <a:r>
            <a:rPr lang="hu-HU" sz="1800" kern="1200" dirty="0"/>
            <a:t> </a:t>
          </a:r>
          <a:r>
            <a:rPr lang="hu-HU" sz="1800" kern="1200" dirty="0" err="1"/>
            <a:t>own</a:t>
          </a:r>
          <a:r>
            <a:rPr lang="hu-HU" sz="1800" kern="1200" dirty="0"/>
            <a:t> </a:t>
          </a:r>
          <a:r>
            <a:rPr lang="hu-HU" sz="1800" kern="1200" dirty="0" err="1"/>
            <a:t>subnet</a:t>
          </a:r>
          <a:endParaRPr lang="en-US" sz="1800" kern="1200" dirty="0"/>
        </a:p>
      </dsp:txBody>
      <dsp:txXfrm>
        <a:off x="3375276" y="4431"/>
        <a:ext cx="2577255" cy="1546353"/>
      </dsp:txXfrm>
    </dsp:sp>
    <dsp:sp modelId="{FE6F09F6-D376-6149-BCBD-DA5417886B0B}">
      <dsp:nvSpPr>
        <dsp:cNvPr id="0" name=""/>
        <dsp:cNvSpPr/>
      </dsp:nvSpPr>
      <dsp:spPr>
        <a:xfrm>
          <a:off x="2780707" y="2871010"/>
          <a:ext cx="5621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168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972" y="2913763"/>
        <a:ext cx="29638" cy="5933"/>
      </dsp:txXfrm>
    </dsp:sp>
    <dsp:sp modelId="{9C193AAD-62A6-6648-B2C5-5A5819F034FD}">
      <dsp:nvSpPr>
        <dsp:cNvPr id="0" name=""/>
        <dsp:cNvSpPr/>
      </dsp:nvSpPr>
      <dsp:spPr>
        <a:xfrm>
          <a:off x="205252" y="2143553"/>
          <a:ext cx="2577255" cy="154635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 err="1"/>
            <a:t>Inter</a:t>
          </a:r>
          <a:r>
            <a:rPr lang="hu-HU" sz="1800" kern="1200" dirty="0"/>
            <a:t>-VLAN </a:t>
          </a:r>
          <a:r>
            <a:rPr lang="hu-HU" sz="1800" kern="1200" dirty="0" err="1"/>
            <a:t>routing</a:t>
          </a:r>
          <a:r>
            <a:rPr lang="hu-HU" sz="1800" kern="1200" dirty="0"/>
            <a:t> </a:t>
          </a:r>
          <a:r>
            <a:rPr lang="hu-HU" sz="1800" kern="1200" dirty="0" err="1"/>
            <a:t>enables</a:t>
          </a:r>
          <a:r>
            <a:rPr lang="hu-HU" sz="1800" kern="1200" dirty="0"/>
            <a:t> </a:t>
          </a:r>
          <a:r>
            <a:rPr lang="hu-HU" sz="1800" kern="1200" dirty="0" err="1"/>
            <a:t>communication</a:t>
          </a:r>
          <a:r>
            <a:rPr lang="hu-HU" sz="1800" kern="1200" dirty="0"/>
            <a:t> </a:t>
          </a:r>
          <a:r>
            <a:rPr lang="hu-HU" sz="1800" kern="1200" dirty="0" err="1"/>
            <a:t>between</a:t>
          </a:r>
          <a:r>
            <a:rPr lang="hu-HU" sz="1800" kern="1200" dirty="0"/>
            <a:t> </a:t>
          </a:r>
          <a:r>
            <a:rPr lang="hu-HU" sz="1800" kern="1200" dirty="0" err="1"/>
            <a:t>VLANs</a:t>
          </a:r>
          <a:endParaRPr lang="en-US" sz="1800" kern="1200" dirty="0"/>
        </a:p>
      </dsp:txBody>
      <dsp:txXfrm>
        <a:off x="205252" y="2143553"/>
        <a:ext cx="2577255" cy="1546353"/>
      </dsp:txXfrm>
    </dsp:sp>
    <dsp:sp modelId="{1C0AAE58-19C4-C14E-8E23-1237A8AC6D6E}">
      <dsp:nvSpPr>
        <dsp:cNvPr id="0" name=""/>
        <dsp:cNvSpPr/>
      </dsp:nvSpPr>
      <dsp:spPr>
        <a:xfrm>
          <a:off x="1493879" y="3688106"/>
          <a:ext cx="3170024" cy="562168"/>
        </a:xfrm>
        <a:custGeom>
          <a:avLst/>
          <a:gdLst/>
          <a:ahLst/>
          <a:cxnLst/>
          <a:rect l="0" t="0" r="0" b="0"/>
          <a:pathLst>
            <a:path>
              <a:moveTo>
                <a:pt x="3170024" y="0"/>
              </a:moveTo>
              <a:lnTo>
                <a:pt x="3170024" y="298184"/>
              </a:lnTo>
              <a:lnTo>
                <a:pt x="0" y="298184"/>
              </a:lnTo>
              <a:lnTo>
                <a:pt x="0" y="562168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8267" y="3966224"/>
        <a:ext cx="161248" cy="5933"/>
      </dsp:txXfrm>
    </dsp:sp>
    <dsp:sp modelId="{BFB972B3-0160-8641-8CCA-FC6A14EE3E6D}">
      <dsp:nvSpPr>
        <dsp:cNvPr id="0" name=""/>
        <dsp:cNvSpPr/>
      </dsp:nvSpPr>
      <dsp:spPr>
        <a:xfrm>
          <a:off x="3375276" y="2143553"/>
          <a:ext cx="2577255" cy="154635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 err="1"/>
            <a:t>Core</a:t>
          </a:r>
          <a:r>
            <a:rPr lang="hu-HU" sz="1800" kern="1200" dirty="0"/>
            <a:t> </a:t>
          </a:r>
          <a:r>
            <a:rPr lang="hu-HU" sz="1800" kern="1200" dirty="0" err="1"/>
            <a:t>network</a:t>
          </a:r>
          <a:r>
            <a:rPr lang="hu-HU" sz="1800" kern="1200" dirty="0"/>
            <a:t> </a:t>
          </a:r>
          <a:r>
            <a:rPr lang="hu-HU" sz="1800" kern="1200" dirty="0" err="1"/>
            <a:t>services</a:t>
          </a:r>
          <a:r>
            <a:rPr lang="hu-HU" sz="1800" kern="1200" dirty="0"/>
            <a:t> </a:t>
          </a:r>
          <a:r>
            <a:rPr lang="hu-HU" sz="1800" kern="1200" dirty="0" err="1"/>
            <a:t>include</a:t>
          </a:r>
          <a:r>
            <a:rPr lang="hu-HU" sz="1800" kern="1200" dirty="0"/>
            <a:t>:</a:t>
          </a:r>
          <a:endParaRPr lang="en-US" sz="18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/>
            <a:t>DHCP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/>
            <a:t>DNS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700" kern="1200" dirty="0"/>
            <a:t>FTP and Web server</a:t>
          </a:r>
          <a:endParaRPr lang="en-US" sz="1700" kern="1200" dirty="0"/>
        </a:p>
      </dsp:txBody>
      <dsp:txXfrm>
        <a:off x="3375276" y="2143553"/>
        <a:ext cx="2577255" cy="1546353"/>
      </dsp:txXfrm>
    </dsp:sp>
    <dsp:sp modelId="{DEA8623D-50C0-AF41-95A4-AC776D3ED7B2}">
      <dsp:nvSpPr>
        <dsp:cNvPr id="0" name=""/>
        <dsp:cNvSpPr/>
      </dsp:nvSpPr>
      <dsp:spPr>
        <a:xfrm>
          <a:off x="2780707" y="5010132"/>
          <a:ext cx="5621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168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46972" y="5052885"/>
        <a:ext cx="29638" cy="5933"/>
      </dsp:txXfrm>
    </dsp:sp>
    <dsp:sp modelId="{1614AE06-978D-024E-ACDF-A5A0121134B0}">
      <dsp:nvSpPr>
        <dsp:cNvPr id="0" name=""/>
        <dsp:cNvSpPr/>
      </dsp:nvSpPr>
      <dsp:spPr>
        <a:xfrm>
          <a:off x="205252" y="4282675"/>
          <a:ext cx="2577255" cy="154635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 err="1"/>
            <a:t>Security</a:t>
          </a:r>
          <a:r>
            <a:rPr lang="hu-HU" sz="1800" kern="1200" dirty="0"/>
            <a:t> is </a:t>
          </a:r>
          <a:r>
            <a:rPr lang="hu-HU" sz="1800" kern="1200" dirty="0" err="1"/>
            <a:t>ensured</a:t>
          </a:r>
          <a:r>
            <a:rPr lang="hu-HU" sz="1800" kern="1200" dirty="0"/>
            <a:t> </a:t>
          </a:r>
          <a:r>
            <a:rPr lang="hu-HU" sz="1800" kern="1200" dirty="0" err="1"/>
            <a:t>via</a:t>
          </a:r>
          <a:r>
            <a:rPr lang="hu-HU" sz="1800" kern="1200" dirty="0"/>
            <a:t> </a:t>
          </a:r>
          <a:r>
            <a:rPr lang="hu-HU" sz="1800" kern="1200" dirty="0" err="1"/>
            <a:t>ACLs</a:t>
          </a:r>
          <a:r>
            <a:rPr lang="hu-HU" sz="1800" kern="1200" dirty="0"/>
            <a:t>, port </a:t>
          </a:r>
          <a:r>
            <a:rPr lang="hu-HU" sz="1800" kern="1200" dirty="0" err="1"/>
            <a:t>security</a:t>
          </a:r>
          <a:r>
            <a:rPr lang="hu-HU" sz="1800" kern="1200" dirty="0"/>
            <a:t>, and NAT</a:t>
          </a:r>
          <a:endParaRPr lang="en-US" sz="1800" kern="1200" dirty="0"/>
        </a:p>
      </dsp:txBody>
      <dsp:txXfrm>
        <a:off x="205252" y="4282675"/>
        <a:ext cx="2577255" cy="1546353"/>
      </dsp:txXfrm>
    </dsp:sp>
    <dsp:sp modelId="{C76EB184-633B-5044-B3BD-145799AA6A5E}">
      <dsp:nvSpPr>
        <dsp:cNvPr id="0" name=""/>
        <dsp:cNvSpPr/>
      </dsp:nvSpPr>
      <dsp:spPr>
        <a:xfrm>
          <a:off x="3375276" y="4282675"/>
          <a:ext cx="2577255" cy="154635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88" tIns="132561" rIns="126288" bIns="13256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The </a:t>
          </a:r>
          <a:r>
            <a:rPr lang="hu-HU" sz="1800" kern="1200" dirty="0" err="1"/>
            <a:t>prototype</a:t>
          </a:r>
          <a:r>
            <a:rPr lang="hu-HU" sz="1800" kern="1200" dirty="0"/>
            <a:t> </a:t>
          </a:r>
          <a:r>
            <a:rPr lang="hu-HU" sz="1800" kern="1200" dirty="0" err="1"/>
            <a:t>was</a:t>
          </a:r>
          <a:r>
            <a:rPr lang="hu-HU" sz="1800" kern="1200" dirty="0"/>
            <a:t> </a:t>
          </a:r>
          <a:r>
            <a:rPr lang="hu-HU" sz="1800" kern="1200" dirty="0" err="1"/>
            <a:t>created</a:t>
          </a:r>
          <a:r>
            <a:rPr lang="hu-HU" sz="1800" kern="1200" dirty="0"/>
            <a:t> in Cisco </a:t>
          </a:r>
          <a:r>
            <a:rPr lang="hu-HU" sz="1800" kern="1200" dirty="0" err="1"/>
            <a:t>Packet</a:t>
          </a:r>
          <a:r>
            <a:rPr lang="hu-HU" sz="1800" kern="1200" dirty="0"/>
            <a:t> </a:t>
          </a:r>
          <a:r>
            <a:rPr lang="hu-HU" sz="1800" kern="1200" dirty="0" err="1"/>
            <a:t>Tracer</a:t>
          </a:r>
          <a:r>
            <a:rPr lang="hu-HU" sz="1800" kern="1200" dirty="0"/>
            <a:t>, </a:t>
          </a:r>
          <a:r>
            <a:rPr lang="hu-HU" sz="1800" kern="1200" dirty="0" err="1"/>
            <a:t>simulating</a:t>
          </a:r>
          <a:r>
            <a:rPr lang="hu-HU" sz="1800" kern="1200" dirty="0"/>
            <a:t> a </a:t>
          </a:r>
          <a:r>
            <a:rPr lang="hu-HU" sz="1800" kern="1200" dirty="0" err="1"/>
            <a:t>real</a:t>
          </a:r>
          <a:r>
            <a:rPr lang="hu-HU" sz="1800" kern="1200" dirty="0"/>
            <a:t> </a:t>
          </a:r>
          <a:r>
            <a:rPr lang="hu-HU" sz="1800" kern="1200" dirty="0" err="1"/>
            <a:t>corporate</a:t>
          </a:r>
          <a:r>
            <a:rPr lang="hu-HU" sz="1800" kern="1200" dirty="0"/>
            <a:t> </a:t>
          </a:r>
          <a:r>
            <a:rPr lang="hu-HU" sz="1800" kern="1200" dirty="0" err="1"/>
            <a:t>environment</a:t>
          </a:r>
          <a:endParaRPr lang="en-US" sz="1800" kern="1200" dirty="0"/>
        </a:p>
      </dsp:txBody>
      <dsp:txXfrm>
        <a:off x="3375276" y="4282675"/>
        <a:ext cx="2577255" cy="15463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10AE6-F6B6-A040-BA75-D58EAFCFBA99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 dirty="0"/>
            <a:t>Open-</a:t>
          </a:r>
          <a:r>
            <a:rPr lang="hu-HU" sz="1700" b="0" i="0" u="none" kern="1200" dirty="0" err="1"/>
            <a:t>source</a:t>
          </a:r>
          <a:r>
            <a:rPr lang="hu-HU" sz="1700" b="0" i="0" u="none" kern="1200" dirty="0"/>
            <a:t> version </a:t>
          </a:r>
          <a:r>
            <a:rPr lang="hu-HU" sz="1700" b="0" i="0" u="none" kern="1200" dirty="0" err="1"/>
            <a:t>control</a:t>
          </a:r>
          <a:r>
            <a:rPr lang="hu-HU" sz="1700" b="0" i="0" u="none" kern="1200" dirty="0"/>
            <a:t> </a:t>
          </a:r>
          <a:r>
            <a:rPr lang="hu-HU" sz="1700" b="0" i="0" u="none" kern="1200"/>
            <a:t>system)</a:t>
          </a:r>
          <a:endParaRPr lang="en-US" sz="1700" kern="1200" dirty="0"/>
        </a:p>
      </dsp:txBody>
      <dsp:txXfrm>
        <a:off x="12931" y="12931"/>
        <a:ext cx="5235718" cy="415621"/>
      </dsp:txXfrm>
    </dsp:sp>
    <dsp:sp modelId="{10F6FF0E-14F6-914D-B19C-A8DBEC6E09C8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 dirty="0" err="1"/>
            <a:t>Tracks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changes</a:t>
          </a:r>
          <a:r>
            <a:rPr lang="hu-HU" sz="1700" b="0" i="0" u="none" kern="1200" dirty="0"/>
            <a:t> in </a:t>
          </a:r>
          <a:r>
            <a:rPr lang="hu-HU" sz="1700" b="0" i="0" u="none" kern="1200" dirty="0" err="1"/>
            <a:t>source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code</a:t>
          </a:r>
          <a:r>
            <a:rPr lang="hu-HU" sz="1700" b="0" i="0" u="none" kern="1200" dirty="0"/>
            <a:t> and </a:t>
          </a:r>
          <a:r>
            <a:rPr lang="hu-HU" sz="1700" b="0" i="0" u="none" kern="1200" dirty="0" err="1"/>
            <a:t>configurations</a:t>
          </a:r>
          <a:endParaRPr lang="en-US" sz="1700" kern="1200" dirty="0"/>
        </a:p>
      </dsp:txBody>
      <dsp:txXfrm>
        <a:off x="443342" y="515731"/>
        <a:ext cx="5020530" cy="415621"/>
      </dsp:txXfrm>
    </dsp:sp>
    <dsp:sp modelId="{9DD2A3FD-2F60-8F4D-A30B-6613E30B431B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 dirty="0" err="1"/>
            <a:t>Manages</a:t>
          </a:r>
          <a:r>
            <a:rPr lang="hu-HU" sz="1700" kern="1200" dirty="0"/>
            <a:t> </a:t>
          </a:r>
          <a:r>
            <a:rPr lang="hu-HU" sz="1700" kern="1200" dirty="0" err="1"/>
            <a:t>versions</a:t>
          </a:r>
          <a:r>
            <a:rPr lang="hu-HU" sz="1700" kern="1200" dirty="0"/>
            <a:t> and </a:t>
          </a:r>
          <a:r>
            <a:rPr lang="hu-HU" sz="1700" kern="1200" dirty="0" err="1"/>
            <a:t>branches</a:t>
          </a:r>
          <a:endParaRPr lang="en-US" sz="1700" kern="1200" dirty="0"/>
        </a:p>
      </dsp:txBody>
      <dsp:txXfrm>
        <a:off x="873753" y="1018532"/>
        <a:ext cx="5020530" cy="415621"/>
      </dsp:txXfrm>
    </dsp:sp>
    <dsp:sp modelId="{C29ED5E2-3900-344E-8800-658D3FE791AE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/>
            <a:t>Allows reverting to previous states</a:t>
          </a:r>
          <a:endParaRPr lang="en-US" sz="1700" kern="1200" dirty="0"/>
        </a:p>
      </dsp:txBody>
      <dsp:txXfrm>
        <a:off x="1304164" y="1521333"/>
        <a:ext cx="5020530" cy="415621"/>
      </dsp:txXfrm>
    </dsp:sp>
    <dsp:sp modelId="{E562F22F-3399-F14F-9B52-18856AA2F32B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0" i="0" u="none" kern="1200" dirty="0" err="1"/>
            <a:t>Integrates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with</a:t>
          </a:r>
          <a:r>
            <a:rPr lang="hu-HU" sz="1700" b="0" i="0" u="none" kern="1200" dirty="0"/>
            <a:t> GitHub and </a:t>
          </a:r>
          <a:r>
            <a:rPr lang="hu-HU" sz="1700" b="0" i="0" u="none" kern="1200" dirty="0" err="1"/>
            <a:t>other</a:t>
          </a:r>
          <a:r>
            <a:rPr lang="hu-HU" sz="1700" b="0" i="0" u="none" kern="1200" dirty="0"/>
            <a:t> </a:t>
          </a:r>
          <a:r>
            <a:rPr lang="hu-HU" sz="1700" b="0" i="0" u="none" kern="1200" dirty="0" err="1"/>
            <a:t>repositories</a:t>
          </a:r>
          <a:endParaRPr lang="en-US" sz="1700" kern="1200" dirty="0"/>
        </a:p>
      </dsp:txBody>
      <dsp:txXfrm>
        <a:off x="1734575" y="2024134"/>
        <a:ext cx="5020530" cy="415621"/>
      </dsp:txXfrm>
    </dsp:sp>
    <dsp:sp modelId="{85CFEE48-B54C-6249-809E-9DA1481C7073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7A6B2334-3CD1-AA49-9BA5-CDA2623D21EC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71781" y="825329"/>
        <a:ext cx="157830" cy="215940"/>
      </dsp:txXfrm>
    </dsp:sp>
    <dsp:sp modelId="{8B415FDB-D806-804C-91B6-C13D4FB92287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02193" y="1320771"/>
        <a:ext cx="157830" cy="215940"/>
      </dsp:txXfrm>
    </dsp:sp>
    <dsp:sp modelId="{DA3C9BFD-838B-1A46-8A9C-9479CA2A70D9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32604" y="1828478"/>
        <a:ext cx="157830" cy="215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10AE6-F6B6-A040-BA75-D58EAFCFBA99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 dirty="0"/>
            <a:t>Project and </a:t>
          </a:r>
          <a:r>
            <a:rPr lang="hu-HU" sz="1900" b="0" i="0" u="none" kern="1200" dirty="0" err="1"/>
            <a:t>task</a:t>
          </a:r>
          <a:r>
            <a:rPr lang="hu-HU" sz="1900" b="0" i="0" u="none" kern="1200" dirty="0"/>
            <a:t> management </a:t>
          </a:r>
          <a:r>
            <a:rPr lang="hu-HU" sz="1900" b="0" i="0" u="none" kern="1200" dirty="0" err="1"/>
            <a:t>tool</a:t>
          </a:r>
          <a:r>
            <a:rPr lang="hu-HU" sz="1900" b="0" i="0" u="none" kern="1200" dirty="0"/>
            <a:t> (</a:t>
          </a:r>
          <a:r>
            <a:rPr lang="hu-HU" sz="1900" b="0" i="0" u="none" kern="1200" dirty="0" err="1"/>
            <a:t>by</a:t>
          </a:r>
          <a:r>
            <a:rPr lang="hu-HU" sz="1900" b="0" i="0" u="none" kern="1200" dirty="0"/>
            <a:t> </a:t>
          </a:r>
          <a:r>
            <a:rPr lang="hu-HU" sz="1900" b="0" i="0" u="none" kern="1200" dirty="0" err="1"/>
            <a:t>Atlassian</a:t>
          </a:r>
          <a:r>
            <a:rPr lang="hu-HU" sz="1900" b="0" i="0" u="none" kern="1200" dirty="0"/>
            <a:t>)</a:t>
          </a:r>
          <a:endParaRPr lang="en-US" sz="1900" kern="1200" dirty="0"/>
        </a:p>
      </dsp:txBody>
      <dsp:txXfrm>
        <a:off x="12931" y="12931"/>
        <a:ext cx="5235718" cy="415621"/>
      </dsp:txXfrm>
    </dsp:sp>
    <dsp:sp modelId="{10F6FF0E-14F6-914D-B19C-A8DBEC6E09C8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Issue and task tracking</a:t>
          </a:r>
          <a:endParaRPr lang="en-US" sz="1900" kern="1200" dirty="0"/>
        </a:p>
      </dsp:txBody>
      <dsp:txXfrm>
        <a:off x="443342" y="515731"/>
        <a:ext cx="5020530" cy="415621"/>
      </dsp:txXfrm>
    </dsp:sp>
    <dsp:sp modelId="{9DD2A3FD-2F60-8F4D-A30B-6613E30B431B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 dirty="0"/>
            <a:t>Team </a:t>
          </a:r>
          <a:r>
            <a:rPr lang="hu-HU" sz="1900" b="0" i="0" u="none" kern="1200"/>
            <a:t>collaboration</a:t>
          </a:r>
          <a:r>
            <a:rPr lang="hu-HU" sz="1900" b="0" i="0" u="none" kern="1200" dirty="0"/>
            <a:t> and </a:t>
          </a:r>
          <a:r>
            <a:rPr lang="hu-HU" sz="1900" b="0" i="0" u="none" kern="1200" dirty="0" err="1"/>
            <a:t>deadline</a:t>
          </a:r>
          <a:r>
            <a:rPr lang="hu-HU" sz="1900" b="0" i="0" u="none" kern="1200" dirty="0"/>
            <a:t> management</a:t>
          </a:r>
          <a:endParaRPr lang="en-US" sz="1900" kern="1200" dirty="0"/>
        </a:p>
      </dsp:txBody>
      <dsp:txXfrm>
        <a:off x="873753" y="1018532"/>
        <a:ext cx="5020530" cy="415621"/>
      </dsp:txXfrm>
    </dsp:sp>
    <dsp:sp modelId="{C29ED5E2-3900-344E-8800-658D3FE791AE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/>
            <a:t>Transparent workflow and status tracking</a:t>
          </a:r>
          <a:endParaRPr lang="en-US" sz="1900" kern="1200" dirty="0"/>
        </a:p>
      </dsp:txBody>
      <dsp:txXfrm>
        <a:off x="1304164" y="1521333"/>
        <a:ext cx="5020530" cy="415621"/>
      </dsp:txXfrm>
    </dsp:sp>
    <dsp:sp modelId="{E562F22F-3399-F14F-9B52-18856AA2F32B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u="none" kern="1200" dirty="0"/>
            <a:t>Time </a:t>
          </a:r>
          <a:r>
            <a:rPr lang="hu-HU" sz="1900" b="0" i="0" u="none" kern="1200" dirty="0" err="1"/>
            <a:t>tracking</a:t>
          </a:r>
          <a:r>
            <a:rPr lang="hu-HU" sz="1900" b="0" i="0" u="none" kern="1200" dirty="0"/>
            <a:t> and </a:t>
          </a:r>
          <a:r>
            <a:rPr lang="hu-HU" sz="1900" b="0" i="0" u="none" kern="1200" dirty="0" err="1"/>
            <a:t>reporting</a:t>
          </a:r>
          <a:endParaRPr lang="en-US" sz="1900" kern="1200" dirty="0"/>
        </a:p>
      </dsp:txBody>
      <dsp:txXfrm>
        <a:off x="1734575" y="2024134"/>
        <a:ext cx="5020530" cy="415621"/>
      </dsp:txXfrm>
    </dsp:sp>
    <dsp:sp modelId="{85CFEE48-B54C-6249-809E-9DA1481C7073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7A6B2334-3CD1-AA49-9BA5-CDA2623D21EC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71781" y="825329"/>
        <a:ext cx="157830" cy="215940"/>
      </dsp:txXfrm>
    </dsp:sp>
    <dsp:sp modelId="{8B415FDB-D806-804C-91B6-C13D4FB92287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02193" y="1320771"/>
        <a:ext cx="157830" cy="215940"/>
      </dsp:txXfrm>
    </dsp:sp>
    <dsp:sp modelId="{DA3C9BFD-838B-1A46-8A9C-9479CA2A70D9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32604" y="1828478"/>
        <a:ext cx="157830" cy="2159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70AC2-B2CA-7A43-98D0-DCA40EAAB270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E82CF-8594-A242-9222-5B96E8234F50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Building a faster and more scalable infrastructure</a:t>
          </a:r>
          <a:endParaRPr lang="en-US" sz="2700" kern="1200"/>
        </a:p>
      </dsp:txBody>
      <dsp:txXfrm>
        <a:off x="378614" y="886531"/>
        <a:ext cx="2810360" cy="1744948"/>
      </dsp:txXfrm>
    </dsp:sp>
    <dsp:sp modelId="{F6F1EC4F-7BAA-8348-9AFE-6FB12043BE06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E5ACD-9A9C-5149-8FA3-9C3CF7CF51A7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Implementing cloud integration</a:t>
          </a:r>
        </a:p>
      </dsp:txBody>
      <dsp:txXfrm>
        <a:off x="3946203" y="886531"/>
        <a:ext cx="2810360" cy="1744948"/>
      </dsp:txXfrm>
    </dsp:sp>
    <dsp:sp modelId="{768973E8-FC52-6841-8DC4-A81DB071916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91388-21D0-D64F-A04E-E05828D74C57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Further improving network security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9F995-2A69-754E-9252-9A6746B31172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CF5A7-300F-B04A-985C-B283B69AF12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762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7E445-4867-904B-9610-B1E6D4EFF97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0753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Bálint Elekes, and I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lead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specialist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087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Győrfi Dániel.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designing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participated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tested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traceroute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1277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Dávid Szőts, and in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I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5752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medium-sized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VLAN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-VLAN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DHCP, DNS, FTP, and Web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ACLs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port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NAT. 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4296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prototype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CseGe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Kft.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VLAN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6495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DHCP, DNS and VPN services.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router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VPN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tunnel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RIP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3209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Marketing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office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office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WiFi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DHCP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site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VPN.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0524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management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VLAN 10 and VLAN 20.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ACL 101,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necessary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VLAN has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DHCP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pool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especially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management-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0524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Administrative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ASA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unsafe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incoming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9528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center of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SZERVERKOZPONT router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 servers: an FTP server, a DNS server, and a web server.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web server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csegekft.com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server center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RIP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1420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testing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60, 61, and 62.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router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VLAN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dynamically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DHCP.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maximum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adresses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port. 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0309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HR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HR router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30, 40, and 50,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VLAN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DHCP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RIP,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networks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8439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version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wrong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version.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9662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JIRA is. 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JIRA is a project management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issue-tracking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projects.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JIRA,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progress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deadlines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transparent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traceable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9035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tarck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mistakes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8769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building a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more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flexible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continuously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improving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stay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ahead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threats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6860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multi-site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sites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VPN.</a:t>
            </a:r>
            <a:b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DNS and web services.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ACL and port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5278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4380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8A0FCE-38E4-73C9-382B-98C0E98B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771007-C694-0290-21E4-376EEBFBD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ED987D-29B7-1E9F-5BF6-D2DEBF0F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1F0BFDA-C692-AFD3-2257-DD620121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D29D21-A683-56C9-2141-F55E3510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22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89B419-05DF-03D2-A738-1DD6E931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83AFD9-C70C-41BC-4D4B-F8F4B099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6B9EB2-A904-E474-5785-D0CD97FB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5331D0-B33F-5C00-61D2-CEF95DBB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9FFC7E-8362-0B9A-2F3B-E461B81A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819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5C651C-7F57-5518-EC6D-52197D1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7A6FD26-5687-7C48-4083-8AE3A2534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AC0A10-4215-B973-2E91-D99DF1A0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0EE0FB-5F8E-783E-6091-7B850218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EB5F16-605F-AA0F-4863-3ECEEFD8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249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B12DDA-3CEA-A6E1-A851-247FB1E8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F6C29F-90B0-593A-7409-CDCF4F4A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0C61E3C-3997-D734-72C7-30BB77C83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A8109E2-0AC0-39E0-B2FA-9A6CA357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8CFC2C0-17DF-6E7B-C58F-CF26BF5C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1013BE7-7AF9-8B1D-21E5-6E76C9C3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34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622B85-E979-EFF2-2A26-D96585D2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BABA5A8-B089-1BD9-7BC0-170153F3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3323524-3E2D-77DE-3A84-B459D1B17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1F0DB9C-B2F9-28ED-7904-874CB2EB9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AC7CDDC-980D-134E-9DA8-5294076AB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02B646C-395B-3112-12DD-85910376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5062AC5-310B-7E1D-4960-A362B3EB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527DC0B-BA52-7CCC-56DB-B843FCF3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726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96FA03-20A7-B14E-C9EE-5AC59E2F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C2B4908-C3A8-26EA-F927-FFF99F0E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B62F51F-FC46-FC2D-4D7C-61027FA8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A014C83-667C-6430-E761-DC179EAB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5159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DC4845A-B161-6AC1-B827-F9D4994B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29D7BB0-5241-DE78-DB31-08193872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976C69-BF2A-A3B9-EBC5-A7A1467B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198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A0BB3B-CCA0-EB15-24F5-21BAC9C4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52FEEC-1022-8F0C-701A-C9C3AB4A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E65B6AC-A542-E1FE-493B-1BDE1C1D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B0F24D-0623-924A-04A4-AEE60BBF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E7C6E0A-746E-28C2-DAD8-805633F0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F47E60B-31E3-A7A6-B4E2-0B8450BB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9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8E781-3E84-B285-3B92-1E85E2E0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D557BA2-36FF-CBC1-BBC0-968C81534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7877EC2-8EFB-751A-58C6-7375176DC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E803888-F7F2-63E7-BA4B-147D9A1B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73F1DAF-9494-C5FF-E1D0-4CEB5332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B0F3D09-F926-0B56-656A-729E2E1F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10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4B28E8-BEB0-EB6B-08E6-27726CF9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7E4A756-E25F-F631-92D7-73ED7E1BA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0F0527-3AF9-76A2-2853-34704889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C95F5BA-8EF2-18C3-28EB-199F7128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5235FF-E101-16D5-D98C-43E3AFD8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69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6E7F234-ECD6-A621-BD3B-82C6EAAD3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3FFA192-55A7-4A5C-6BEF-3E48CF626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FD811A-49DD-D393-8951-B9DDA9D1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EF61FD6-CE83-7412-36AC-3C79250C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2DDAE0-068A-58C8-24C1-11B56856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417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269DA25-0052-1A76-24B0-AB406E90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A24331-C074-D6DC-6546-6BC172C1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C337D7C-E5B1-A616-14EF-91E125A4B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1339E-E161-F24A-B4B5-7BC3AF4BBE53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988266-06A3-36A6-B11B-126B3CA27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875EE96-4E0D-B64F-7F5E-4B11D6434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982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82789EA-7EEA-B934-17EC-F914D2FE30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574282" y="2715038"/>
            <a:ext cx="4805996" cy="12971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lvl="0" algn="l" eaLnBrk="0" fontAlgn="base" hangingPunct="0">
              <a:spcAft>
                <a:spcPct val="0"/>
              </a:spcAft>
            </a:pPr>
            <a:r>
              <a:rPr lang="en-US" sz="4000" dirty="0"/>
              <a:t>Presentation of the </a:t>
            </a:r>
            <a:r>
              <a:rPr lang="en-US" sz="4000" dirty="0" err="1"/>
              <a:t>CseGe</a:t>
            </a:r>
            <a:r>
              <a:rPr lang="en-US" sz="4000" dirty="0"/>
              <a:t> </a:t>
            </a:r>
            <a:r>
              <a:rPr lang="hu-HU" sz="4000" dirty="0"/>
              <a:t>kft.</a:t>
            </a:r>
            <a:r>
              <a:rPr lang="en-US" sz="4000" dirty="0"/>
              <a:t> Network Prototype</a:t>
            </a:r>
            <a:endParaRPr kumimoji="0" lang="hu-HU" altLang="hu-HU" sz="4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BE0238-451A-61E5-CB6D-D3210C2979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00387" y="3998844"/>
            <a:ext cx="4805691" cy="8388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hu-HU" altLang="hu-HU" sz="1700" dirty="0" err="1">
                <a:solidFill>
                  <a:schemeClr val="tx2"/>
                </a:solidFill>
                <a:latin typeface="-webkit-standard"/>
              </a:rPr>
              <a:t>Made</a:t>
            </a:r>
            <a:r>
              <a:rPr lang="hu-HU" altLang="hu-HU" sz="1700" dirty="0">
                <a:solidFill>
                  <a:schemeClr val="tx2"/>
                </a:solidFill>
                <a:latin typeface="-webkit-standard"/>
              </a:rPr>
              <a:t> </a:t>
            </a:r>
            <a:r>
              <a:rPr lang="hu-HU" altLang="hu-HU" sz="1700" dirty="0" err="1">
                <a:solidFill>
                  <a:schemeClr val="tx2"/>
                </a:solidFill>
                <a:latin typeface="-webkit-standard"/>
              </a:rPr>
              <a:t>by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: Elekes Bálint, Győrfi Dániel, Szőts Dávid</a:t>
            </a:r>
            <a:b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endParaRPr kumimoji="0" lang="hu-HU" altLang="hu-HU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Cisco Packet Tracer for Linux Download (2025 Latest)">
            <a:extLst>
              <a:ext uri="{FF2B5EF4-FFF2-40B4-BE49-F238E27FC236}">
                <a16:creationId xmlns:a16="http://schemas.microsoft.com/office/drawing/2014/main" id="{4B59EFBE-3497-0D5D-7FB4-4334E41DA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22" y="2268375"/>
            <a:ext cx="3487557" cy="348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081362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CC1888-22C6-6EA8-1B52-4F22D989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73" y="3152765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hu-HU" sz="4000" b="1" dirty="0" err="1">
                <a:solidFill>
                  <a:srgbClr val="FFFFFF"/>
                </a:solidFill>
              </a:rPr>
              <a:t>Introduction</a:t>
            </a:r>
            <a:br>
              <a:rPr lang="hu-HU" sz="4000" dirty="0">
                <a:solidFill>
                  <a:srgbClr val="FFFFFF"/>
                </a:solidFill>
              </a:rPr>
            </a:br>
            <a:br>
              <a:rPr lang="hu-HU" sz="4000" dirty="0">
                <a:solidFill>
                  <a:srgbClr val="FFFFFF"/>
                </a:solidFill>
              </a:rPr>
            </a:br>
            <a:r>
              <a:rPr lang="hu-HU" sz="4000" dirty="0">
                <a:solidFill>
                  <a:srgbClr val="FFFFFF"/>
                </a:solidFill>
              </a:rPr>
              <a:t>Bálint Elekes- </a:t>
            </a:r>
            <a:r>
              <a:rPr lang="en-US" sz="4000" dirty="0">
                <a:solidFill>
                  <a:srgbClr val="FFFFFF"/>
                </a:solidFill>
              </a:rPr>
              <a:t>Project Manager and Lead Network Configuration Specialist</a:t>
            </a:r>
            <a:endParaRPr lang="hu-HU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123D5F89-0429-0F33-7665-B9614E674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561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9658835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2AE028A-02A5-F566-84EC-2C7A0465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Dániel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Győrfi</a:t>
            </a:r>
            <a:r>
              <a:rPr lang="en-US" sz="3600" dirty="0">
                <a:solidFill>
                  <a:schemeClr val="bg1"/>
                </a:solidFill>
              </a:rPr>
              <a:t> – Network Design and Basic Configuration</a:t>
            </a:r>
            <a:endParaRPr lang="hu-HU" sz="3600" dirty="0">
              <a:solidFill>
                <a:schemeClr val="bg1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28D5F29-11DD-CCD9-6C3B-E9AE8A83C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283040"/>
              </p:ext>
            </p:extLst>
          </p:nvPr>
        </p:nvGraphicFramePr>
        <p:xfrm>
          <a:off x="5343524" y="442912"/>
          <a:ext cx="6715125" cy="614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5003212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46B8F-4825-C9EF-C714-95EF2805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43CB832-84E6-FE40-6C92-C1733A08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Dávid Szőts – Project administration and support</a:t>
            </a:r>
            <a:endParaRPr lang="hu-HU" sz="42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B94D0F8C-A494-63AF-0E3E-7F8F0DBBA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45374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576197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47FDB5-EA37-C969-E6CB-FDB853E9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Brief overview of </a:t>
            </a:r>
            <a:r>
              <a:rPr lang="en-US" sz="4800" dirty="0" err="1">
                <a:solidFill>
                  <a:schemeClr val="bg1"/>
                </a:solidFill>
              </a:rPr>
              <a:t>CseGe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hu-HU" sz="4800" dirty="0">
                <a:solidFill>
                  <a:schemeClr val="bg1"/>
                </a:solidFill>
              </a:rPr>
              <a:t>Kft.</a:t>
            </a:r>
            <a:endParaRPr lang="hu-HU" sz="4600" dirty="0">
              <a:solidFill>
                <a:schemeClr val="bg1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1BC9D49-0D36-C4DA-1297-13BB351F6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797359"/>
              </p:ext>
            </p:extLst>
          </p:nvPr>
        </p:nvGraphicFramePr>
        <p:xfrm>
          <a:off x="5542672" y="386366"/>
          <a:ext cx="6157784" cy="5833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E41C038F-75B8-8F97-B1FB-769803BB9DDE}"/>
              </a:ext>
            </a:extLst>
          </p:cNvPr>
          <p:cNvSpPr txBox="1"/>
          <p:nvPr/>
        </p:nvSpPr>
        <p:spPr>
          <a:xfrm>
            <a:off x="13230225" y="91868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90400781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artalom helye 4" descr="A képen szöveg, diagram, Tervrajz, tér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87362C8-BAB3-85BD-E253-9F61B8A33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39"/>
          <a:stretch>
            <a:fillRect/>
          </a:stretch>
        </p:blipFill>
        <p:spPr>
          <a:xfrm>
            <a:off x="20" y="185067"/>
            <a:ext cx="11862990" cy="667293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263E5E-AD1F-51B1-63AD-4669B3A8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whole Prototype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395916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4E3952-CDFB-865C-F55D-BDF4B7B7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3654313" cy="1719072"/>
          </a:xfrm>
        </p:spPr>
        <p:txBody>
          <a:bodyPr anchor="b">
            <a:normAutofit fontScale="90000"/>
          </a:bodyPr>
          <a:lstStyle/>
          <a:p>
            <a:r>
              <a:rPr lang="hu-HU" sz="5400" dirty="0" err="1"/>
              <a:t>Development</a:t>
            </a:r>
            <a:r>
              <a:rPr lang="hu-HU" sz="5400" dirty="0"/>
              <a:t> </a:t>
            </a:r>
            <a:r>
              <a:rPr lang="hu-HU" sz="5400" dirty="0" err="1"/>
              <a:t>Department</a:t>
            </a:r>
            <a:endParaRPr lang="hu-HU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167D0F13-2FFD-AB27-39C0-52B3EBD1B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36" y="2741893"/>
            <a:ext cx="3890513" cy="39543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2000" dirty="0">
                <a:ea typeface="+mn-lt"/>
                <a:cs typeface="+mn-lt"/>
              </a:rPr>
              <a:t>Router: </a:t>
            </a:r>
            <a:r>
              <a:rPr lang="hu-HU" sz="2000" b="1" dirty="0">
                <a:ea typeface="+mn-lt"/>
                <a:cs typeface="+mn-lt"/>
              </a:rPr>
              <a:t>FEJLESZTESI</a:t>
            </a:r>
          </a:p>
          <a:p>
            <a:r>
              <a:rPr lang="hu-HU" sz="2000" dirty="0"/>
              <a:t>VPN </a:t>
            </a:r>
            <a:r>
              <a:rPr lang="hu-HU" sz="2000" dirty="0" err="1"/>
              <a:t>endpoint</a:t>
            </a:r>
            <a:r>
              <a:rPr lang="hu-HU" sz="2000" dirty="0"/>
              <a:t>: Tunnel0 – 172.16.10.1</a:t>
            </a:r>
          </a:p>
          <a:p>
            <a:r>
              <a:rPr lang="hu-HU" sz="2000" dirty="0">
                <a:latin typeface="Consolas"/>
                <a:ea typeface="+mn-lt"/>
                <a:cs typeface="+mn-lt"/>
              </a:rPr>
              <a:t>IPv6 </a:t>
            </a:r>
            <a:r>
              <a:rPr lang="hu-HU" sz="2000" dirty="0" err="1">
                <a:latin typeface="Consolas"/>
                <a:ea typeface="+mn-lt"/>
                <a:cs typeface="+mn-lt"/>
              </a:rPr>
              <a:t>Dual</a:t>
            </a:r>
            <a:r>
              <a:rPr lang="hu-HU" sz="2000" dirty="0">
                <a:latin typeface="Consolas"/>
                <a:ea typeface="+mn-lt"/>
                <a:cs typeface="+mn-lt"/>
              </a:rPr>
              <a:t> Band</a:t>
            </a:r>
            <a:endParaRPr lang="hu-HU" sz="2000" b="1" dirty="0"/>
          </a:p>
          <a:p>
            <a:r>
              <a:rPr lang="hu-HU" sz="2000" dirty="0" err="1">
                <a:ea typeface="+mn-lt"/>
                <a:cs typeface="+mn-lt"/>
              </a:rPr>
              <a:t>Functions</a:t>
            </a:r>
            <a:r>
              <a:rPr lang="hu-HU" sz="2000" dirty="0">
                <a:ea typeface="+mn-lt"/>
                <a:cs typeface="+mn-lt"/>
              </a:rPr>
              <a:t>: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DHCP, DNS, VPN </a:t>
            </a:r>
            <a:r>
              <a:rPr lang="hu-HU" sz="2000" dirty="0" err="1">
                <a:ea typeface="+mn-lt"/>
                <a:cs typeface="+mn-lt"/>
              </a:rPr>
              <a:t>connections</a:t>
            </a:r>
            <a:endParaRPr lang="hu-HU" sz="2000" dirty="0">
              <a:ea typeface="+mn-lt"/>
              <a:cs typeface="+mn-lt"/>
            </a:endParaRPr>
          </a:p>
          <a:p>
            <a:pPr lvl="1"/>
            <a:r>
              <a:rPr lang="hu-HU" sz="2000" dirty="0" err="1">
                <a:ea typeface="+mn-lt"/>
                <a:cs typeface="+mn-lt"/>
              </a:rPr>
              <a:t>Static</a:t>
            </a:r>
            <a:r>
              <a:rPr lang="hu-HU" sz="2000" dirty="0">
                <a:ea typeface="+mn-lt"/>
                <a:cs typeface="+mn-lt"/>
              </a:rPr>
              <a:t> </a:t>
            </a:r>
            <a:r>
              <a:rPr lang="hu-HU" sz="2000" dirty="0" err="1">
                <a:ea typeface="+mn-lt"/>
                <a:cs typeface="+mn-lt"/>
              </a:rPr>
              <a:t>route</a:t>
            </a:r>
            <a:r>
              <a:rPr lang="hu-HU" sz="2000" dirty="0">
                <a:ea typeface="+mn-lt"/>
                <a:cs typeface="+mn-lt"/>
              </a:rPr>
              <a:t>: 192.168.2.0 → </a:t>
            </a:r>
            <a:r>
              <a:rPr lang="hu-HU" sz="2000" dirty="0" err="1">
                <a:ea typeface="+mn-lt"/>
                <a:cs typeface="+mn-lt"/>
              </a:rPr>
              <a:t>via</a:t>
            </a:r>
            <a:r>
              <a:rPr lang="hu-HU" sz="2000" dirty="0">
                <a:ea typeface="+mn-lt"/>
                <a:cs typeface="+mn-lt"/>
              </a:rPr>
              <a:t> VPN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RIP </a:t>
            </a:r>
            <a:r>
              <a:rPr lang="hu-HU" sz="2000" dirty="0" err="1">
                <a:ea typeface="+mn-lt"/>
                <a:cs typeface="+mn-lt"/>
              </a:rPr>
              <a:t>network</a:t>
            </a:r>
            <a:r>
              <a:rPr lang="hu-HU" sz="2000" dirty="0">
                <a:ea typeface="+mn-lt"/>
                <a:cs typeface="+mn-lt"/>
              </a:rPr>
              <a:t> </a:t>
            </a:r>
            <a:r>
              <a:rPr lang="hu-HU" sz="2000" dirty="0" err="1">
                <a:ea typeface="+mn-lt"/>
                <a:cs typeface="+mn-lt"/>
              </a:rPr>
              <a:t>participation</a:t>
            </a:r>
            <a:r>
              <a:rPr lang="hu-HU" sz="2000" dirty="0">
                <a:ea typeface="+mn-lt"/>
                <a:cs typeface="+mn-lt"/>
              </a:rPr>
              <a:t> (10.0.0.0 + 192.168.1.0)</a:t>
            </a:r>
          </a:p>
          <a:p>
            <a:endParaRPr lang="hu-HU" sz="2000" dirty="0"/>
          </a:p>
        </p:txBody>
      </p:sp>
      <p:pic>
        <p:nvPicPr>
          <p:cNvPr id="4" name="Kép 3" descr="A képen szöveg, diagram, képernyőkép, Tervrajz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1DCAEFC-98DD-D70F-15A5-74FBDCA19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822846"/>
            <a:ext cx="6903720" cy="5212308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F9DD6B22-B7F6-7F67-50C3-9E0B3CEAF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45" y="4602874"/>
            <a:ext cx="4521200" cy="9525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BE033CD-A4E7-D8A6-7D5A-E06BF0CBD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249" y="5294848"/>
            <a:ext cx="45212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57232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3C9983B-BC58-3B4C-15D6-00285CEA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3" y="386930"/>
            <a:ext cx="10757645" cy="1298448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Marketing/Sales Department, Executive Office</a:t>
            </a:r>
            <a:endParaRPr lang="hu-HU" sz="4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6334ED-3040-EAA7-A994-CF39E34EA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89218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z="1700" dirty="0">
                <a:ea typeface="+mn-lt"/>
                <a:cs typeface="+mn-lt"/>
              </a:rPr>
              <a:t>Router: </a:t>
            </a:r>
            <a:r>
              <a:rPr lang="hu-HU" sz="1700" b="1" dirty="0">
                <a:ea typeface="+mn-lt"/>
                <a:cs typeface="+mn-lt"/>
              </a:rPr>
              <a:t>MAR/</a:t>
            </a:r>
            <a:r>
              <a:rPr lang="hu-HU" sz="1700" b="1" dirty="0" err="1">
                <a:ea typeface="+mn-lt"/>
                <a:cs typeface="+mn-lt"/>
              </a:rPr>
              <a:t>ERT_Fonoki</a:t>
            </a:r>
            <a:endParaRPr lang="hu-HU" sz="1700" b="1" dirty="0">
              <a:ea typeface="+mn-lt"/>
              <a:cs typeface="+mn-lt"/>
            </a:endParaRPr>
          </a:p>
          <a:p>
            <a:r>
              <a:rPr lang="hu-HU" sz="1700" dirty="0" err="1">
                <a:ea typeface="+mn-lt"/>
                <a:cs typeface="+mn-lt"/>
              </a:rPr>
              <a:t>Classes</a:t>
            </a:r>
            <a:r>
              <a:rPr lang="hu-HU" sz="1700" dirty="0">
                <a:ea typeface="+mn-lt"/>
                <a:cs typeface="+mn-lt"/>
              </a:rPr>
              <a:t>:</a:t>
            </a:r>
            <a:endParaRPr lang="hu-HU" sz="1700" dirty="0"/>
          </a:p>
          <a:p>
            <a:pPr lvl="1"/>
            <a:r>
              <a:rPr lang="hu-HU" sz="1600" dirty="0">
                <a:ea typeface="+mn-lt"/>
                <a:cs typeface="+mn-lt"/>
              </a:rPr>
              <a:t>Marketing/</a:t>
            </a:r>
            <a:r>
              <a:rPr lang="hu-HU" sz="1600" dirty="0" err="1">
                <a:ea typeface="+mn-lt"/>
                <a:cs typeface="+mn-lt"/>
              </a:rPr>
              <a:t>Sales</a:t>
            </a:r>
            <a:endParaRPr lang="hu-HU" sz="1600" dirty="0"/>
          </a:p>
          <a:p>
            <a:pPr lvl="1"/>
            <a:r>
              <a:rPr lang="hu-HU" sz="1600" dirty="0" err="1">
                <a:ea typeface="+mn-lt"/>
                <a:cs typeface="+mn-lt"/>
              </a:rPr>
              <a:t>Boss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office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LAN </a:t>
            </a:r>
            <a:r>
              <a:rPr lang="hu-HU" sz="1600" dirty="0" err="1">
                <a:ea typeface="+mn-lt"/>
                <a:cs typeface="+mn-lt"/>
              </a:rPr>
              <a:t>at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Boss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office</a:t>
            </a:r>
            <a:endParaRPr lang="hu-HU" sz="1600" dirty="0">
              <a:ea typeface="+mn-lt"/>
              <a:cs typeface="+mn-lt"/>
            </a:endParaRPr>
          </a:p>
          <a:p>
            <a:pPr lvl="1"/>
            <a:r>
              <a:rPr lang="hu-HU" sz="1600" dirty="0"/>
              <a:t>Wifi router LAN</a:t>
            </a:r>
            <a:endParaRPr lang="hu-HU" sz="1700" dirty="0"/>
          </a:p>
          <a:p>
            <a:r>
              <a:rPr lang="hu-HU" sz="1700" dirty="0" err="1">
                <a:ea typeface="+mn-lt"/>
                <a:cs typeface="+mn-lt"/>
              </a:rPr>
              <a:t>Functions</a:t>
            </a:r>
            <a:r>
              <a:rPr lang="hu-HU" sz="1700" dirty="0">
                <a:ea typeface="+mn-lt"/>
                <a:cs typeface="+mn-lt"/>
              </a:rPr>
              <a:t>:</a:t>
            </a:r>
          </a:p>
          <a:p>
            <a:pPr lvl="1"/>
            <a:r>
              <a:rPr lang="en-US" sz="1600" dirty="0"/>
              <a:t>VPN connection to Development site (172.16.10.2)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DHCP 3 </a:t>
            </a:r>
            <a:r>
              <a:rPr lang="hu-HU" sz="1600" dirty="0" err="1">
                <a:ea typeface="+mn-lt"/>
                <a:cs typeface="+mn-lt"/>
              </a:rPr>
              <a:t>for</a:t>
            </a:r>
            <a:r>
              <a:rPr lang="hu-HU" sz="1600" dirty="0">
                <a:ea typeface="+mn-lt"/>
                <a:cs typeface="+mn-lt"/>
              </a:rPr>
              <a:t> 3 </a:t>
            </a:r>
            <a:r>
              <a:rPr lang="hu-HU" sz="1600" dirty="0" err="1">
                <a:ea typeface="+mn-lt"/>
                <a:cs typeface="+mn-lt"/>
              </a:rPr>
              <a:t>separate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 dirty="0" err="1">
                <a:ea typeface="+mn-lt"/>
                <a:cs typeface="+mn-lt"/>
              </a:rPr>
              <a:t>networks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RIP + </a:t>
            </a:r>
            <a:r>
              <a:rPr lang="hu-HU" sz="1600" dirty="0" err="1">
                <a:ea typeface="+mn-lt"/>
                <a:cs typeface="+mn-lt"/>
              </a:rPr>
              <a:t>static</a:t>
            </a:r>
            <a:r>
              <a:rPr lang="hu-HU" sz="1600" dirty="0">
                <a:ea typeface="+mn-lt"/>
                <a:cs typeface="+mn-lt"/>
              </a:rPr>
              <a:t>  </a:t>
            </a:r>
            <a:r>
              <a:rPr lang="hu-HU" sz="1600" dirty="0" err="1">
                <a:ea typeface="+mn-lt"/>
                <a:cs typeface="+mn-lt"/>
              </a:rPr>
              <a:t>route</a:t>
            </a:r>
            <a:endParaRPr lang="hu-HU" sz="1600" dirty="0"/>
          </a:p>
          <a:p>
            <a:endParaRPr lang="hu-HU" sz="17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038F1BA-319C-1DB5-F0D2-399004A74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2834922"/>
            <a:ext cx="5150277" cy="30129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1B06223-FAC6-7A50-4D2B-C723F6A0E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831" y="5099566"/>
            <a:ext cx="4521200" cy="9525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BAB8C5C-AB8A-1D8B-BED1-2F7613E87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448" y="4858605"/>
            <a:ext cx="3404361" cy="71721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F1C7789-DBC8-317E-F1C2-1911F9C17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386" y="5217210"/>
            <a:ext cx="4521200" cy="13824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81CF461-759D-78C8-BD71-0DAD479AD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610" y="5314507"/>
            <a:ext cx="4521200" cy="19991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F168A86-4EB5-AE85-5EB8-C5ACC5799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609" y="4807605"/>
            <a:ext cx="7772400" cy="166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11475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6F941DC-826B-D84F-4D84-3BA1E7FD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213" y="479493"/>
            <a:ext cx="6966929" cy="1325563"/>
          </a:xfrm>
        </p:spPr>
        <p:txBody>
          <a:bodyPr>
            <a:normAutofit/>
          </a:bodyPr>
          <a:lstStyle/>
          <a:p>
            <a:r>
              <a:rPr lang="hu-HU" dirty="0">
                <a:ea typeface="+mj-lt"/>
                <a:cs typeface="+mj-lt"/>
              </a:rPr>
              <a:t>Management </a:t>
            </a:r>
            <a:r>
              <a:rPr lang="hu-HU" dirty="0" err="1">
                <a:ea typeface="+mj-lt"/>
                <a:cs typeface="+mj-lt"/>
              </a:rPr>
              <a:t>department</a:t>
            </a:r>
            <a:endParaRPr lang="hu-H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38DEC22-D45E-4420-907B-9F78B5F37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8" y="2296837"/>
            <a:ext cx="5843422" cy="226432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9" name="Rectangle 8">
            <a:extLst>
              <a:ext uri="{FF2B5EF4-FFF2-40B4-BE49-F238E27FC236}">
                <a16:creationId xmlns:a16="http://schemas.microsoft.com/office/drawing/2014/main" id="{C69AC767-9191-A9D3-B0FE-7386220A9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8578" y="1984442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MENEDZSMENT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10, 20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ACL 101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protects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traffic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between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two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separate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pools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management10 / management20</a:t>
            </a:r>
          </a:p>
        </p:txBody>
      </p:sp>
    </p:spTree>
    <p:extLst>
      <p:ext uri="{BB962C8B-B14F-4D97-AF65-F5344CB8AC3E}">
        <p14:creationId xmlns:p14="http://schemas.microsoft.com/office/powerpoint/2010/main" val="2561922217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4679844-D743-BF4A-B094-BA62A0F7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hu-HU" sz="5000" dirty="0" err="1"/>
              <a:t>Administrative</a:t>
            </a:r>
            <a:r>
              <a:rPr lang="hu-HU" sz="5000" dirty="0"/>
              <a:t> </a:t>
            </a:r>
            <a:r>
              <a:rPr lang="hu-HU" sz="5000" dirty="0" err="1"/>
              <a:t>department</a:t>
            </a:r>
            <a:endParaRPr lang="hu-HU" sz="50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DF6A028-6418-92E5-9427-7CE372091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77420"/>
            <a:ext cx="5458968" cy="3903160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380929-4184-35AF-033F-3612158C0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Router: </a:t>
            </a:r>
            <a:r>
              <a:rPr lang="hu-HU" sz="1700" b="1" dirty="0"/>
              <a:t>ADMINISZTRATIV</a:t>
            </a:r>
            <a:endParaRPr lang="en-US" sz="1700" b="1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Connected to ASA2 firewall (Gig0/0 ↔ ASA outside 10.0.16.0/30)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DHCP: 192.168.4.0/24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RIP + static route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ASA functions: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NAT (inside ↔ outside)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Security levels: inside 100, outside 0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700" dirty="0"/>
              <a:t>Allows traffic only from inside out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0819AE5-6CDA-8F33-D528-127922BA6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316" y="900239"/>
            <a:ext cx="4521200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26821E-F48A-4F41-9C6E-98F1A5A5E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622" y="1797176"/>
            <a:ext cx="4521200" cy="53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36470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2AA78B-B931-272D-3B07-8E4C10C8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hu-HU" dirty="0"/>
              <a:t>Server center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2E98C7-2449-A2B0-D175-374A8EC0C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SZERVERKOZPONT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hu-HU" sz="2000">
                <a:latin typeface="Arial" panose="020B0604020202020204" pitchFamily="34" charset="0"/>
              </a:rPr>
              <a:t>Includes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hu-HU" sz="2000" b="1" dirty="0">
                <a:latin typeface="Arial" panose="020B0604020202020204" pitchFamily="34" charset="0"/>
              </a:rPr>
              <a:t>FTP server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DNS server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server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accessible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via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DNS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name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csegekft.com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connection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core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network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Kép 2" descr="A képen képernyőkép, szöveg, diagram, tér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69B4937-5E48-E53A-87F6-93D29F03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171" y="472367"/>
            <a:ext cx="1315701" cy="591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902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48F7B7D-12F3-8639-052C-DB9C23A9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hu-HU" dirty="0">
                <a:ea typeface="+mj-lt"/>
                <a:cs typeface="+mj-lt"/>
              </a:rPr>
              <a:t>Testing </a:t>
            </a:r>
            <a:r>
              <a:rPr lang="hu-HU" dirty="0" err="1">
                <a:ea typeface="+mj-lt"/>
                <a:cs typeface="+mj-lt"/>
              </a:rPr>
              <a:t>class</a:t>
            </a:r>
            <a:endParaRPr lang="hu-HU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65DCFC7-2FD3-740A-CE1F-0EC36906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451092"/>
            <a:ext cx="4777381" cy="378607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F351FE3-281A-1B27-CBBF-F9C313AB4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TESZTELESI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60, 61, 62</a:t>
            </a:r>
          </a:p>
          <a:p>
            <a:r>
              <a:rPr lang="en-US" sz="3000" dirty="0"/>
              <a:t>Trunk connection to the switch</a:t>
            </a:r>
            <a:br>
              <a:rPr lang="en-US" sz="3000" dirty="0"/>
            </a:br>
            <a:r>
              <a:rPr lang="en-US" sz="3000" dirty="0"/>
              <a:t>DHCP for VLANs</a:t>
            </a:r>
            <a:endParaRPr lang="hu-HU" sz="3000" dirty="0"/>
          </a:p>
          <a:p>
            <a:r>
              <a:rPr lang="en-US" sz="3000" dirty="0"/>
              <a:t>Switch security: </a:t>
            </a:r>
          </a:p>
          <a:p>
            <a:pPr lvl="1"/>
            <a:r>
              <a:rPr lang="en-US" sz="2600" dirty="0"/>
              <a:t>Port Security (max 2 MACs, restrict)</a:t>
            </a:r>
          </a:p>
          <a:p>
            <a:pPr lvl="1"/>
            <a:r>
              <a:rPr lang="en-US" sz="2600" dirty="0" err="1"/>
              <a:t>PortFast</a:t>
            </a:r>
            <a:r>
              <a:rPr lang="en-US" sz="2600" dirty="0"/>
              <a:t>, BPDU Guard</a:t>
            </a:r>
          </a:p>
          <a:p>
            <a:pPr lvl="1"/>
            <a:r>
              <a:rPr lang="en-US" sz="2600" dirty="0"/>
              <a:t>Sticky MAC addresses configured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C3EC228-E34C-BB15-E7CD-2393F780A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82" y="1328806"/>
            <a:ext cx="338390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08015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91AA011-CB1B-0621-23CA-130FFF79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hu-HU" sz="4800" dirty="0">
                <a:ea typeface="+mj-lt"/>
                <a:cs typeface="+mj-lt"/>
              </a:rPr>
              <a:t>HR </a:t>
            </a:r>
            <a:r>
              <a:rPr lang="hu-HU" sz="4800" dirty="0" err="1">
                <a:ea typeface="+mj-lt"/>
                <a:cs typeface="+mj-lt"/>
              </a:rPr>
              <a:t>class</a:t>
            </a:r>
            <a:endParaRPr lang="hu-HU" sz="48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3964BC-2999-759D-F807-34FE5E3768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6" b="12740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461FE0-6CCC-496F-2A7D-0E9C771AEB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4" y="4777739"/>
            <a:ext cx="6897626" cy="13992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HR</a:t>
            </a:r>
            <a:endParaRPr kumimoji="0" lang="hu-HU" altLang="hu-HU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VLANs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30, 40, 50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different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subnet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mask</a:t>
            </a:r>
            <a:endParaRPr kumimoji="0" lang="hu-HU" altLang="hu-HU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routing</a:t>
            </a:r>
            <a:r>
              <a:rPr kumimoji="0" lang="hu-HU" altLang="hu-HU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10.0.0.0 + 192.168.x.x </a:t>
            </a:r>
            <a:r>
              <a:rPr kumimoji="0" lang="hu-HU" altLang="hu-HU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networks</a:t>
            </a:r>
            <a:endParaRPr kumimoji="0" lang="hu-HU" altLang="hu-HU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3F213EE-323B-AF7D-2CF7-202D58FFF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690" y="2952750"/>
            <a:ext cx="2158261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A0E64E6-C696-84C1-9527-84A763FD0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739" y="1000130"/>
            <a:ext cx="2158261" cy="9525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D206667-A16C-3A59-4D13-CB2478964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739" y="0"/>
            <a:ext cx="2158261" cy="9525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E64E620-EC4D-1390-81D4-B25BA8BAD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689" y="585905"/>
            <a:ext cx="2158261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67198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22C54E-7E05-1A8F-3EA8-43D17A81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hu-HU" sz="3600" dirty="0" err="1"/>
              <a:t>What</a:t>
            </a:r>
            <a:r>
              <a:rPr lang="hu-HU" sz="3600" dirty="0"/>
              <a:t> is </a:t>
            </a:r>
            <a:r>
              <a:rPr lang="hu-HU" sz="3600" dirty="0" err="1"/>
              <a:t>the</a:t>
            </a:r>
            <a:r>
              <a:rPr lang="hu-HU" sz="3600" dirty="0"/>
              <a:t> GIT?</a:t>
            </a:r>
          </a:p>
        </p:txBody>
      </p:sp>
      <p:pic>
        <p:nvPicPr>
          <p:cNvPr id="1027" name="Picture 3" descr="What is GitHub? - DEV Community">
            <a:extLst>
              <a:ext uri="{FF2B5EF4-FFF2-40B4-BE49-F238E27FC236}">
                <a16:creationId xmlns:a16="http://schemas.microsoft.com/office/drawing/2014/main" id="{E3CE9D1F-03DA-0D8E-9AAB-568A54848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9" b="12278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9" name="Rectangle 1">
            <a:extLst>
              <a:ext uri="{FF2B5EF4-FFF2-40B4-BE49-F238E27FC236}">
                <a16:creationId xmlns:a16="http://schemas.microsoft.com/office/drawing/2014/main" id="{341C0E97-0E8E-4668-4E33-5F12A0372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38344"/>
              </p:ext>
            </p:extLst>
          </p:nvPr>
        </p:nvGraphicFramePr>
        <p:xfrm>
          <a:off x="4223982" y="3752850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30674880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1C05A-ACB1-F449-012F-33E441D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">
            <a:extLst>
              <a:ext uri="{FF2B5EF4-FFF2-40B4-BE49-F238E27FC236}">
                <a16:creationId xmlns:a16="http://schemas.microsoft.com/office/drawing/2014/main" id="{B0D975DD-A6D9-191B-AD47-66863F5DAE0D}"/>
              </a:ext>
            </a:extLst>
          </p:cNvPr>
          <p:cNvSpPr txBox="1">
            <a:spLocks/>
          </p:cNvSpPr>
          <p:nvPr/>
        </p:nvSpPr>
        <p:spPr>
          <a:xfrm>
            <a:off x="481013" y="3752849"/>
            <a:ext cx="397922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3600" dirty="0" err="1"/>
              <a:t>What</a:t>
            </a:r>
            <a:r>
              <a:rPr lang="hu-HU" sz="3600" dirty="0"/>
              <a:t> is </a:t>
            </a:r>
            <a:r>
              <a:rPr lang="hu-HU" sz="3600" dirty="0" err="1"/>
              <a:t>the</a:t>
            </a:r>
            <a:r>
              <a:rPr lang="hu-HU" sz="3600" dirty="0"/>
              <a:t> JIRA?</a:t>
            </a:r>
          </a:p>
        </p:txBody>
      </p:sp>
      <p:graphicFrame>
        <p:nvGraphicFramePr>
          <p:cNvPr id="4" name="Rectangle 1">
            <a:extLst>
              <a:ext uri="{FF2B5EF4-FFF2-40B4-BE49-F238E27FC236}">
                <a16:creationId xmlns:a16="http://schemas.microsoft.com/office/drawing/2014/main" id="{81B66F81-F0D0-DA59-2F75-B079D9AE2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144094"/>
              </p:ext>
            </p:extLst>
          </p:nvPr>
        </p:nvGraphicFramePr>
        <p:xfrm>
          <a:off x="4223983" y="3943069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ím 4">
            <a:extLst>
              <a:ext uri="{FF2B5EF4-FFF2-40B4-BE49-F238E27FC236}">
                <a16:creationId xmlns:a16="http://schemas.microsoft.com/office/drawing/2014/main" id="{7E680038-B466-6AF7-EE82-C05E6837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7A6657F-CF29-FDBE-9794-B6317FE358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907" y="0"/>
            <a:ext cx="7058186" cy="380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78308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144693-9448-8BEE-0A7D-2F5E63E9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u-HU" sz="6600" dirty="0"/>
              <a:t>Testing </a:t>
            </a:r>
            <a:r>
              <a:rPr lang="hu-HU" sz="6600" dirty="0" err="1"/>
              <a:t>scheme</a:t>
            </a:r>
            <a:endParaRPr lang="en-US" sz="66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EB23DA0-25FC-FF3F-921C-59D7B41F2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040" y="2747147"/>
            <a:ext cx="5614416" cy="3396721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704369F-B3DC-2F2D-FAFB-88F72A3E8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694580"/>
            <a:ext cx="5614416" cy="150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48646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3611970-639B-2F83-D96F-312CCAD1A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hu-HU" sz="4800"/>
              <a:t>Our future plans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62BDCB82-1457-B260-8448-A31B47D07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5892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4258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1AE964-0F8A-E864-2616-F0339048E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5558489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-webkit-standard"/>
              </a:rPr>
              <a:t>Overview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7458B3-3FF8-AA5B-34CD-5E44C7EF7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558489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 err="1"/>
              <a:t>Fully</a:t>
            </a:r>
            <a:r>
              <a:rPr lang="hu-HU" dirty="0"/>
              <a:t> </a:t>
            </a:r>
            <a:r>
              <a:rPr lang="hu-HU" dirty="0" err="1"/>
              <a:t>functional</a:t>
            </a:r>
            <a:r>
              <a:rPr lang="hu-HU" dirty="0"/>
              <a:t> multi-site </a:t>
            </a:r>
            <a:r>
              <a:rPr lang="hu-HU" dirty="0" err="1"/>
              <a:t>corporate</a:t>
            </a:r>
            <a:r>
              <a:rPr lang="hu-HU" dirty="0"/>
              <a:t> </a:t>
            </a:r>
            <a:r>
              <a:rPr lang="hu-HU" dirty="0" err="1"/>
              <a:t>network</a:t>
            </a:r>
            <a:endParaRPr lang="hu-HU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/>
              <a:t>VPN </a:t>
            </a:r>
            <a:r>
              <a:rPr lang="hu-HU" dirty="0" err="1"/>
              <a:t>connection</a:t>
            </a:r>
            <a:r>
              <a:rPr lang="hu-HU" dirty="0"/>
              <a:t> </a:t>
            </a:r>
            <a:r>
              <a:rPr lang="hu-HU" dirty="0" err="1"/>
              <a:t>between</a:t>
            </a:r>
            <a:r>
              <a:rPr lang="hu-HU" dirty="0"/>
              <a:t> </a:t>
            </a:r>
            <a:r>
              <a:rPr lang="hu-HU" dirty="0" err="1"/>
              <a:t>headquarters</a:t>
            </a:r>
            <a:r>
              <a:rPr lang="hu-HU" dirty="0"/>
              <a:t> and </a:t>
            </a:r>
            <a:r>
              <a:rPr lang="hu-HU" dirty="0" err="1"/>
              <a:t>branches</a:t>
            </a:r>
            <a:endParaRPr lang="hu-HU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/>
              <a:t>DNS + Web </a:t>
            </a:r>
            <a:r>
              <a:rPr lang="hu-HU" dirty="0" err="1"/>
              <a:t>integration</a:t>
            </a:r>
            <a:endParaRPr lang="hu-HU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dirty="0" err="1"/>
              <a:t>Complete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security</a:t>
            </a:r>
            <a:r>
              <a:rPr lang="hu-HU" dirty="0"/>
              <a:t> (</a:t>
            </a:r>
            <a:r>
              <a:rPr lang="hu-HU" dirty="0" err="1"/>
              <a:t>firewall</a:t>
            </a:r>
            <a:r>
              <a:rPr lang="hu-HU" dirty="0"/>
              <a:t>, ACL, port-</a:t>
            </a:r>
            <a:r>
              <a:rPr lang="hu-HU" dirty="0" err="1"/>
              <a:t>security</a:t>
            </a:r>
            <a:r>
              <a:rPr lang="hu-HU" dirty="0"/>
              <a:t>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8504"/>
      </p:ext>
    </p:extLst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01BAD54-73F1-377B-FA23-5847303D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attention. </a:t>
            </a: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Wingdings" pitchFamily="2" charset="2"/>
              </a:rPr>
              <a:t>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742F4C-8F7B-135E-780B-39F5E1FBD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490" y="2827677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W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 look forward to your questions</a:t>
            </a:r>
          </a:p>
          <a:p>
            <a:pPr marL="0" indent="0" algn="ctr">
              <a:buNone/>
            </a:pP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91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1608</Words>
  <Application>Microsoft Macintosh PowerPoint</Application>
  <PresentationFormat>Szélesvásznú</PresentationFormat>
  <Paragraphs>190</Paragraphs>
  <Slides>19</Slides>
  <Notes>19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6" baseType="lpstr">
      <vt:lpstr>-webkit-standard</vt:lpstr>
      <vt:lpstr>Aptos</vt:lpstr>
      <vt:lpstr>Aptos Display</vt:lpstr>
      <vt:lpstr>Arial</vt:lpstr>
      <vt:lpstr>Calibri</vt:lpstr>
      <vt:lpstr>Consolas</vt:lpstr>
      <vt:lpstr>Office-téma</vt:lpstr>
      <vt:lpstr>Presentation of the CseGe kft. Network Prototype</vt:lpstr>
      <vt:lpstr>Introduction  Bálint Elekes- Project Manager and Lead Network Configuration Specialist</vt:lpstr>
      <vt:lpstr>Dániel Győrfi – Network Design and Basic Configuration</vt:lpstr>
      <vt:lpstr>Dávid Szőts – Project administration and support</vt:lpstr>
      <vt:lpstr>Brief overview of CseGe Kft.</vt:lpstr>
      <vt:lpstr>The whole Prototype</vt:lpstr>
      <vt:lpstr>Development Department</vt:lpstr>
      <vt:lpstr>Marketing/Sales Department, Executive Office</vt:lpstr>
      <vt:lpstr>Management department</vt:lpstr>
      <vt:lpstr>Administrative department</vt:lpstr>
      <vt:lpstr>Server center</vt:lpstr>
      <vt:lpstr>Testing class</vt:lpstr>
      <vt:lpstr>HR class</vt:lpstr>
      <vt:lpstr>What is the GIT?</vt:lpstr>
      <vt:lpstr>PowerPoint-bemutató</vt:lpstr>
      <vt:lpstr>Testing scheme</vt:lpstr>
      <vt:lpstr>Our future plans</vt:lpstr>
      <vt:lpstr>Overview</vt:lpstr>
      <vt:lpstr>Thank you for your attention.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of the CseGe kft. Network Prototype</dc:title>
  <dc:creator>elekesbalint@sulid.hu</dc:creator>
  <cp:lastModifiedBy>elekesbalint@sulid.hu</cp:lastModifiedBy>
  <cp:revision>58</cp:revision>
  <dcterms:created xsi:type="dcterms:W3CDTF">2025-10-09T10:40:49Z</dcterms:created>
  <dcterms:modified xsi:type="dcterms:W3CDTF">2026-03-04T09:33:10Z</dcterms:modified>
</cp:coreProperties>
</file>